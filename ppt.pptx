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91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Garamond" panose="02020404030301010803" pitchFamily="18" charset="0"/>
      <p:regular r:id="rId9"/>
      <p:bold r:id="rId10"/>
      <p:italic r:id="rId11"/>
    </p:embeddedFont>
    <p:embeddedFont>
      <p:font typeface="Montserrat" panose="00000500000000000000" pitchFamily="2" charset="0"/>
      <p:regular r:id="rId12"/>
      <p:bold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553626" y="1608301"/>
            <a:ext cx="2402632" cy="2569678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934265" y="885013"/>
            <a:ext cx="6400800" cy="1072248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CONVERGE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75812" y="-255033"/>
            <a:ext cx="7772400" cy="1557338"/>
          </a:xfrm>
        </p:spPr>
        <p:txBody>
          <a:bodyPr/>
          <a:lstStyle/>
          <a:p>
            <a:r>
              <a:rPr lang="en-US" sz="3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3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2739" y="1322852"/>
            <a:ext cx="5623699" cy="3244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350" dirty="0"/>
          </a:p>
          <a:p>
            <a:pPr marL="214313" indent="-214313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SIH26136</a:t>
            </a: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IN" sz="1500" dirty="0"/>
              <a:t> Startup friendly public procurement mechanism that enables government departments to </a:t>
            </a:r>
            <a:r>
              <a:rPr lang="en-IN" sz="1500" dirty="0" err="1"/>
              <a:t>identify,pilot</a:t>
            </a:r>
            <a:r>
              <a:rPr lang="en-IN" sz="1500" dirty="0"/>
              <a:t>, </a:t>
            </a:r>
            <a:r>
              <a:rPr lang="en-IN" sz="1500" dirty="0" err="1"/>
              <a:t>procure,and</a:t>
            </a:r>
            <a:r>
              <a:rPr lang="en-IN" sz="1500" dirty="0"/>
              <a:t> scale innovative solutions from eligible startups </a:t>
            </a:r>
          </a:p>
          <a:p>
            <a:pPr marL="214313" indent="-214313" algn="just">
              <a:buFont typeface="Arial" panose="020B0604020202020204" pitchFamily="34" charset="0"/>
              <a:buChar char="•"/>
            </a:pPr>
            <a:endParaRPr lang="en-IN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1600" b="1" dirty="0"/>
              <a:t>Miscellaneous</a:t>
            </a:r>
            <a:r>
              <a:rPr lang="en-IN" sz="1600" dirty="0"/>
              <a:t> </a:t>
            </a:r>
            <a:endParaRPr lang="en-US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4313" indent="-214313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14313" indent="-214313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Team ID- SIH: SIH-S-B2-224</a:t>
            </a:r>
          </a:p>
          <a:p>
            <a:pPr marL="214313" indent="-214313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Team Name- Mythical Pheonix</a:t>
            </a:r>
            <a:endParaRPr lang="en-IN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5AB735-DF13-AD27-5E4B-D41912F68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7433" y="0"/>
            <a:ext cx="1506107" cy="6764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740852" y="1977448"/>
            <a:ext cx="2519791" cy="1108709"/>
          </a:xfrm>
          <a:custGeom>
            <a:avLst/>
            <a:gdLst/>
            <a:ahLst/>
            <a:cxnLst/>
            <a:rect l="0" t="0" r="0" b="0"/>
            <a:pathLst>
              <a:path w="2519791" h="1108709">
                <a:moveTo>
                  <a:pt x="1209503" y="0"/>
                </a:moveTo>
                <a:lnTo>
                  <a:pt x="1310297" y="0"/>
                </a:lnTo>
                <a:lnTo>
                  <a:pt x="1310297" y="210464"/>
                </a:lnTo>
                <a:cubicBezTo>
                  <a:pt x="1494015" y="213979"/>
                  <a:pt x="1662655" y="236515"/>
                  <a:pt x="1814255" y="269805"/>
                </a:cubicBezTo>
                <a:lnTo>
                  <a:pt x="1814255" y="100793"/>
                </a:lnTo>
                <a:lnTo>
                  <a:pt x="1915048" y="100793"/>
                </a:lnTo>
                <a:lnTo>
                  <a:pt x="1915048" y="294093"/>
                </a:lnTo>
                <a:cubicBezTo>
                  <a:pt x="2120655" y="348110"/>
                  <a:pt x="2290533" y="420300"/>
                  <a:pt x="2419007" y="486546"/>
                </a:cubicBezTo>
                <a:lnTo>
                  <a:pt x="2419007" y="403164"/>
                </a:lnTo>
                <a:lnTo>
                  <a:pt x="2519791" y="403164"/>
                </a:lnTo>
                <a:lnTo>
                  <a:pt x="2519791" y="1108709"/>
                </a:lnTo>
                <a:lnTo>
                  <a:pt x="2418540" y="1108709"/>
                </a:lnTo>
                <a:cubicBezTo>
                  <a:pt x="2418854" y="1103147"/>
                  <a:pt x="2419007" y="1097546"/>
                  <a:pt x="2419007" y="1091907"/>
                </a:cubicBezTo>
                <a:cubicBezTo>
                  <a:pt x="2419007" y="924915"/>
                  <a:pt x="2283618" y="789536"/>
                  <a:pt x="2116626" y="789536"/>
                </a:cubicBezTo>
                <a:cubicBezTo>
                  <a:pt x="1949634" y="789536"/>
                  <a:pt x="1814255" y="924915"/>
                  <a:pt x="1814255" y="1091907"/>
                </a:cubicBezTo>
                <a:cubicBezTo>
                  <a:pt x="1814255" y="1097546"/>
                  <a:pt x="1814407" y="1103147"/>
                  <a:pt x="1814712" y="1108709"/>
                </a:cubicBezTo>
                <a:lnTo>
                  <a:pt x="1612668" y="1108709"/>
                </a:lnTo>
                <a:cubicBezTo>
                  <a:pt x="1612668" y="913876"/>
                  <a:pt x="1454724" y="755942"/>
                  <a:pt x="1259900" y="755942"/>
                </a:cubicBezTo>
                <a:cubicBezTo>
                  <a:pt x="1065066" y="755942"/>
                  <a:pt x="907122" y="913876"/>
                  <a:pt x="907122" y="1108709"/>
                </a:cubicBezTo>
                <a:lnTo>
                  <a:pt x="705088" y="1108709"/>
                </a:lnTo>
                <a:cubicBezTo>
                  <a:pt x="705383" y="1103147"/>
                  <a:pt x="705545" y="1097546"/>
                  <a:pt x="705545" y="1091907"/>
                </a:cubicBezTo>
                <a:cubicBezTo>
                  <a:pt x="705545" y="924915"/>
                  <a:pt x="570166" y="789536"/>
                  <a:pt x="403164" y="789536"/>
                </a:cubicBezTo>
                <a:cubicBezTo>
                  <a:pt x="236172" y="789536"/>
                  <a:pt x="100793" y="924915"/>
                  <a:pt x="100793" y="1091907"/>
                </a:cubicBezTo>
                <a:cubicBezTo>
                  <a:pt x="100793" y="1097546"/>
                  <a:pt x="100945" y="1103147"/>
                  <a:pt x="101250" y="1108709"/>
                </a:cubicBezTo>
                <a:lnTo>
                  <a:pt x="0" y="1108709"/>
                </a:lnTo>
                <a:lnTo>
                  <a:pt x="0" y="403164"/>
                </a:lnTo>
                <a:lnTo>
                  <a:pt x="100793" y="403164"/>
                </a:lnTo>
                <a:lnTo>
                  <a:pt x="100793" y="485184"/>
                </a:lnTo>
                <a:cubicBezTo>
                  <a:pt x="223542" y="420033"/>
                  <a:pt x="395716" y="347795"/>
                  <a:pt x="604751" y="293684"/>
                </a:cubicBezTo>
                <a:lnTo>
                  <a:pt x="604751" y="100793"/>
                </a:lnTo>
                <a:lnTo>
                  <a:pt x="705545" y="100793"/>
                </a:lnTo>
                <a:lnTo>
                  <a:pt x="705545" y="269709"/>
                </a:lnTo>
                <a:cubicBezTo>
                  <a:pt x="858164" y="236572"/>
                  <a:pt x="1027547" y="214026"/>
                  <a:pt x="1209503" y="210473"/>
                </a:cubicBezTo>
                <a:lnTo>
                  <a:pt x="1209503" y="0"/>
                </a:lnTo>
                <a:moveTo>
                  <a:pt x="705545" y="355720"/>
                </a:moveTo>
                <a:lnTo>
                  <a:pt x="705545" y="539476"/>
                </a:lnTo>
                <a:cubicBezTo>
                  <a:pt x="857716" y="505882"/>
                  <a:pt x="1027156" y="482879"/>
                  <a:pt x="1209503" y="479259"/>
                </a:cubicBezTo>
                <a:lnTo>
                  <a:pt x="1209503" y="294484"/>
                </a:lnTo>
                <a:cubicBezTo>
                  <a:pt x="1026747" y="298180"/>
                  <a:pt x="857221" y="321649"/>
                  <a:pt x="705545" y="355720"/>
                </a:cubicBezTo>
                <a:moveTo>
                  <a:pt x="1310297" y="294474"/>
                </a:moveTo>
                <a:lnTo>
                  <a:pt x="1310297" y="479250"/>
                </a:lnTo>
                <a:cubicBezTo>
                  <a:pt x="1494386" y="482831"/>
                  <a:pt x="1663045" y="505815"/>
                  <a:pt x="1814255" y="539600"/>
                </a:cubicBezTo>
                <a:lnTo>
                  <a:pt x="1814255" y="355873"/>
                </a:lnTo>
                <a:cubicBezTo>
                  <a:pt x="1663465" y="321573"/>
                  <a:pt x="1494777" y="298122"/>
                  <a:pt x="1310297" y="294474"/>
                </a:cubicBezTo>
                <a:moveTo>
                  <a:pt x="1915048" y="564327"/>
                </a:moveTo>
                <a:cubicBezTo>
                  <a:pt x="2122874" y="619896"/>
                  <a:pt x="2292924" y="694124"/>
                  <a:pt x="2419007" y="760704"/>
                </a:cubicBezTo>
                <a:lnTo>
                  <a:pt x="2419007" y="581539"/>
                </a:lnTo>
                <a:cubicBezTo>
                  <a:pt x="2295639" y="514759"/>
                  <a:pt x="2125389" y="438321"/>
                  <a:pt x="1915048" y="381038"/>
                </a:cubicBezTo>
                <a:lnTo>
                  <a:pt x="1915048" y="564327"/>
                </a:lnTo>
                <a:moveTo>
                  <a:pt x="100793" y="581005"/>
                </a:moveTo>
                <a:lnTo>
                  <a:pt x="100793" y="759675"/>
                </a:lnTo>
                <a:cubicBezTo>
                  <a:pt x="219722" y="694429"/>
                  <a:pt x="392391" y="619801"/>
                  <a:pt x="604751" y="563870"/>
                </a:cubicBezTo>
                <a:lnTo>
                  <a:pt x="604751" y="380542"/>
                </a:lnTo>
                <a:cubicBezTo>
                  <a:pt x="388439" y="438530"/>
                  <a:pt x="215169" y="515883"/>
                  <a:pt x="100793" y="581005"/>
                </a:cubicBezTo>
              </a:path>
            </a:pathLst>
          </a:custGeom>
          <a:solidFill>
            <a:srgbClr val="EDE5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740852" y="1977448"/>
            <a:ext cx="2519795" cy="1108709"/>
          </a:xfrm>
          <a:custGeom>
            <a:avLst/>
            <a:gdLst/>
            <a:ahLst/>
            <a:cxnLst/>
            <a:rect l="0" t="0" r="0" b="0"/>
            <a:pathLst>
              <a:path w="2519795" h="1108709">
                <a:moveTo>
                  <a:pt x="1209501" y="0"/>
                </a:moveTo>
                <a:lnTo>
                  <a:pt x="1310293" y="0"/>
                </a:lnTo>
                <a:lnTo>
                  <a:pt x="1310293" y="210465"/>
                </a:lnTo>
                <a:cubicBezTo>
                  <a:pt x="1494018" y="213983"/>
                  <a:pt x="1662649" y="236511"/>
                  <a:pt x="1814252" y="269802"/>
                </a:cubicBezTo>
                <a:lnTo>
                  <a:pt x="1814252" y="100791"/>
                </a:lnTo>
                <a:lnTo>
                  <a:pt x="1915044" y="100791"/>
                </a:lnTo>
                <a:lnTo>
                  <a:pt x="1915044" y="294096"/>
                </a:lnTo>
                <a:cubicBezTo>
                  <a:pt x="2120658" y="348107"/>
                  <a:pt x="2290532" y="420300"/>
                  <a:pt x="2419003" y="486549"/>
                </a:cubicBezTo>
                <a:lnTo>
                  <a:pt x="2419003" y="403167"/>
                </a:lnTo>
                <a:lnTo>
                  <a:pt x="2519795" y="403167"/>
                </a:lnTo>
                <a:lnTo>
                  <a:pt x="2519795" y="1108709"/>
                </a:lnTo>
                <a:lnTo>
                  <a:pt x="2418544" y="1108709"/>
                </a:lnTo>
                <a:cubicBezTo>
                  <a:pt x="2418848" y="1103149"/>
                  <a:pt x="2419003" y="1097547"/>
                  <a:pt x="2419003" y="1091911"/>
                </a:cubicBezTo>
                <a:cubicBezTo>
                  <a:pt x="2419003" y="924914"/>
                  <a:pt x="2283625" y="789535"/>
                  <a:pt x="2116628" y="789535"/>
                </a:cubicBezTo>
                <a:cubicBezTo>
                  <a:pt x="1949630" y="789535"/>
                  <a:pt x="1814252" y="924914"/>
                  <a:pt x="1814252" y="1091911"/>
                </a:cubicBezTo>
                <a:cubicBezTo>
                  <a:pt x="1814252" y="1097547"/>
                  <a:pt x="1814407" y="1103149"/>
                  <a:pt x="1814711" y="1108709"/>
                </a:cubicBezTo>
                <a:lnTo>
                  <a:pt x="1612669" y="1108709"/>
                </a:lnTo>
                <a:cubicBezTo>
                  <a:pt x="1612669" y="913879"/>
                  <a:pt x="1454728" y="755938"/>
                  <a:pt x="1259897" y="755938"/>
                </a:cubicBezTo>
                <a:cubicBezTo>
                  <a:pt x="1065067" y="755938"/>
                  <a:pt x="907126" y="913879"/>
                  <a:pt x="907126" y="1108709"/>
                </a:cubicBezTo>
                <a:lnTo>
                  <a:pt x="705084" y="1108709"/>
                </a:lnTo>
                <a:cubicBezTo>
                  <a:pt x="705388" y="1103149"/>
                  <a:pt x="705542" y="1097547"/>
                  <a:pt x="705542" y="1091911"/>
                </a:cubicBezTo>
                <a:cubicBezTo>
                  <a:pt x="705542" y="924914"/>
                  <a:pt x="570165" y="789535"/>
                  <a:pt x="403167" y="789535"/>
                </a:cubicBezTo>
                <a:cubicBezTo>
                  <a:pt x="236170" y="789535"/>
                  <a:pt x="100791" y="924914"/>
                  <a:pt x="100791" y="1091911"/>
                </a:cubicBezTo>
                <a:cubicBezTo>
                  <a:pt x="100791" y="1097547"/>
                  <a:pt x="100946" y="1103149"/>
                  <a:pt x="101250" y="1108709"/>
                </a:cubicBezTo>
                <a:lnTo>
                  <a:pt x="0" y="1108709"/>
                </a:lnTo>
                <a:lnTo>
                  <a:pt x="0" y="403167"/>
                </a:lnTo>
                <a:lnTo>
                  <a:pt x="100791" y="403167"/>
                </a:lnTo>
                <a:lnTo>
                  <a:pt x="100791" y="485179"/>
                </a:lnTo>
                <a:cubicBezTo>
                  <a:pt x="223542" y="420031"/>
                  <a:pt x="395715" y="347793"/>
                  <a:pt x="604750" y="293680"/>
                </a:cubicBezTo>
                <a:lnTo>
                  <a:pt x="604750" y="100791"/>
                </a:lnTo>
                <a:lnTo>
                  <a:pt x="705542" y="100791"/>
                </a:lnTo>
                <a:lnTo>
                  <a:pt x="705542" y="269705"/>
                </a:lnTo>
                <a:cubicBezTo>
                  <a:pt x="858165" y="236569"/>
                  <a:pt x="1027544" y="214029"/>
                  <a:pt x="1209501" y="210475"/>
                </a:cubicBezTo>
                <a:close/>
                <a:moveTo>
                  <a:pt x="705542" y="355724"/>
                </a:moveTo>
                <a:lnTo>
                  <a:pt x="705542" y="539479"/>
                </a:lnTo>
                <a:cubicBezTo>
                  <a:pt x="857708" y="505880"/>
                  <a:pt x="1027158" y="482882"/>
                  <a:pt x="1209501" y="479261"/>
                </a:cubicBezTo>
                <a:lnTo>
                  <a:pt x="1209501" y="294485"/>
                </a:lnTo>
                <a:cubicBezTo>
                  <a:pt x="1026751" y="298175"/>
                  <a:pt x="857226" y="321652"/>
                  <a:pt x="705542" y="355724"/>
                </a:cubicBezTo>
                <a:close/>
                <a:moveTo>
                  <a:pt x="1310293" y="294474"/>
                </a:moveTo>
                <a:lnTo>
                  <a:pt x="1310293" y="479250"/>
                </a:lnTo>
                <a:cubicBezTo>
                  <a:pt x="1494389" y="482834"/>
                  <a:pt x="1663049" y="505814"/>
                  <a:pt x="1814252" y="539600"/>
                </a:cubicBezTo>
                <a:lnTo>
                  <a:pt x="1814252" y="355870"/>
                </a:lnTo>
                <a:cubicBezTo>
                  <a:pt x="1663469" y="321576"/>
                  <a:pt x="1494779" y="298125"/>
                  <a:pt x="1310293" y="294474"/>
                </a:cubicBezTo>
                <a:close/>
                <a:moveTo>
                  <a:pt x="1915044" y="564324"/>
                </a:moveTo>
                <a:cubicBezTo>
                  <a:pt x="2122876" y="619898"/>
                  <a:pt x="2292924" y="694123"/>
                  <a:pt x="2419003" y="760701"/>
                </a:cubicBezTo>
                <a:lnTo>
                  <a:pt x="2419003" y="581541"/>
                </a:lnTo>
                <a:cubicBezTo>
                  <a:pt x="2295640" y="514759"/>
                  <a:pt x="2125389" y="438318"/>
                  <a:pt x="1915044" y="381041"/>
                </a:cubicBezTo>
                <a:close/>
                <a:moveTo>
                  <a:pt x="100791" y="581003"/>
                </a:moveTo>
                <a:lnTo>
                  <a:pt x="100791" y="759678"/>
                </a:lnTo>
                <a:cubicBezTo>
                  <a:pt x="219723" y="694432"/>
                  <a:pt x="392390" y="619799"/>
                  <a:pt x="604750" y="563867"/>
                </a:cubicBezTo>
                <a:lnTo>
                  <a:pt x="604750" y="380540"/>
                </a:lnTo>
                <a:cubicBezTo>
                  <a:pt x="388442" y="438527"/>
                  <a:pt x="215167" y="515881"/>
                  <a:pt x="100791" y="581003"/>
                </a:cubicBezTo>
                <a:close/>
              </a:path>
            </a:pathLst>
          </a:custGeom>
          <a:noFill/>
          <a:ln w="25195">
            <a:solidFill>
              <a:srgbClr val="FDFBF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740852" y="1640345"/>
            <a:ext cx="2519795" cy="437894"/>
          </a:xfrm>
          <a:custGeom>
            <a:avLst/>
            <a:gdLst/>
            <a:ahLst/>
            <a:cxnLst/>
            <a:rect l="0" t="0" r="0" b="0"/>
            <a:pathLst>
              <a:path w="2519795" h="437894">
                <a:moveTo>
                  <a:pt x="0" y="437894"/>
                </a:moveTo>
                <a:cubicBezTo>
                  <a:pt x="866441" y="0"/>
                  <a:pt x="1762182" y="71014"/>
                  <a:pt x="2519795" y="437894"/>
                </a:cubicBezTo>
              </a:path>
            </a:pathLst>
          </a:custGeom>
          <a:noFill/>
          <a:ln w="25195">
            <a:solidFill>
              <a:srgbClr val="584053">
                <a:alpha val="9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35666" y="2078163"/>
            <a:ext cx="599170" cy="591483"/>
          </a:xfrm>
          <a:custGeom>
            <a:avLst/>
            <a:gdLst/>
            <a:ahLst/>
            <a:cxnLst/>
            <a:rect l="0" t="0" r="0" b="0"/>
            <a:pathLst>
              <a:path w="599170" h="591483">
                <a:moveTo>
                  <a:pt x="243916" y="506053"/>
                </a:moveTo>
                <a:lnTo>
                  <a:pt x="275920" y="449351"/>
                </a:lnTo>
                <a:cubicBezTo>
                  <a:pt x="232657" y="445636"/>
                  <a:pt x="192747" y="424538"/>
                  <a:pt x="165306" y="390896"/>
                </a:cubicBezTo>
                <a:lnTo>
                  <a:pt x="228295" y="354615"/>
                </a:lnTo>
                <a:cubicBezTo>
                  <a:pt x="252412" y="377761"/>
                  <a:pt x="287597" y="385191"/>
                  <a:pt x="319011" y="373760"/>
                </a:cubicBezTo>
                <a:lnTo>
                  <a:pt x="354539" y="311019"/>
                </a:lnTo>
                <a:cubicBezTo>
                  <a:pt x="360435" y="300609"/>
                  <a:pt x="368312" y="291455"/>
                  <a:pt x="377723" y="284054"/>
                </a:cubicBezTo>
                <a:cubicBezTo>
                  <a:pt x="375151" y="247145"/>
                  <a:pt x="349938" y="215712"/>
                  <a:pt x="314477" y="205187"/>
                </a:cubicBezTo>
                <a:lnTo>
                  <a:pt x="314477" y="132368"/>
                </a:lnTo>
                <a:cubicBezTo>
                  <a:pt x="382866" y="143475"/>
                  <a:pt x="436416" y="197224"/>
                  <a:pt x="447265" y="265661"/>
                </a:cubicBezTo>
                <a:cubicBezTo>
                  <a:pt x="475335" y="269643"/>
                  <a:pt x="499986" y="286388"/>
                  <a:pt x="514045" y="311019"/>
                </a:cubicBezTo>
                <a:lnTo>
                  <a:pt x="535714" y="349319"/>
                </a:lnTo>
                <a:lnTo>
                  <a:pt x="535714" y="346043"/>
                </a:lnTo>
                <a:lnTo>
                  <a:pt x="544029" y="346043"/>
                </a:lnTo>
                <a:cubicBezTo>
                  <a:pt x="562813" y="346043"/>
                  <a:pt x="578043" y="330812"/>
                  <a:pt x="578043" y="312029"/>
                </a:cubicBezTo>
                <a:lnTo>
                  <a:pt x="578043" y="268938"/>
                </a:lnTo>
                <a:cubicBezTo>
                  <a:pt x="578043" y="250155"/>
                  <a:pt x="562813" y="234924"/>
                  <a:pt x="544029" y="234924"/>
                </a:cubicBezTo>
                <a:lnTo>
                  <a:pt x="535714" y="234924"/>
                </a:lnTo>
                <a:cubicBezTo>
                  <a:pt x="529418" y="206502"/>
                  <a:pt x="518255" y="179393"/>
                  <a:pt x="502700" y="154790"/>
                </a:cubicBezTo>
                <a:lnTo>
                  <a:pt x="508501" y="148999"/>
                </a:lnTo>
                <a:cubicBezTo>
                  <a:pt x="521798" y="135712"/>
                  <a:pt x="521798" y="114157"/>
                  <a:pt x="508501" y="100869"/>
                </a:cubicBezTo>
                <a:lnTo>
                  <a:pt x="478259" y="70627"/>
                </a:lnTo>
                <a:cubicBezTo>
                  <a:pt x="464972" y="57330"/>
                  <a:pt x="443417" y="57330"/>
                  <a:pt x="430129" y="70627"/>
                </a:cubicBezTo>
                <a:lnTo>
                  <a:pt x="424843" y="75666"/>
                </a:lnTo>
                <a:cubicBezTo>
                  <a:pt x="400392" y="60236"/>
                  <a:pt x="373446" y="49148"/>
                  <a:pt x="345214" y="42910"/>
                </a:cubicBezTo>
                <a:lnTo>
                  <a:pt x="345214" y="34851"/>
                </a:lnTo>
                <a:cubicBezTo>
                  <a:pt x="345414" y="25698"/>
                  <a:pt x="341928" y="16849"/>
                  <a:pt x="335527" y="10306"/>
                </a:cubicBezTo>
                <a:cubicBezTo>
                  <a:pt x="329117" y="3762"/>
                  <a:pt x="320354" y="76"/>
                  <a:pt x="311200" y="76"/>
                </a:cubicBezTo>
                <a:lnTo>
                  <a:pt x="268357" y="76"/>
                </a:lnTo>
                <a:cubicBezTo>
                  <a:pt x="259184" y="0"/>
                  <a:pt x="250374" y="3667"/>
                  <a:pt x="243954" y="10229"/>
                </a:cubicBezTo>
                <a:cubicBezTo>
                  <a:pt x="237543" y="16792"/>
                  <a:pt x="234067" y="25679"/>
                  <a:pt x="234343" y="34851"/>
                </a:cubicBezTo>
                <a:lnTo>
                  <a:pt x="234343" y="42662"/>
                </a:lnTo>
                <a:cubicBezTo>
                  <a:pt x="205787" y="49006"/>
                  <a:pt x="178517" y="60169"/>
                  <a:pt x="153714" y="75666"/>
                </a:cubicBezTo>
                <a:lnTo>
                  <a:pt x="147666" y="70380"/>
                </a:lnTo>
                <a:cubicBezTo>
                  <a:pt x="134378" y="57083"/>
                  <a:pt x="112823" y="57083"/>
                  <a:pt x="99536" y="70380"/>
                </a:cubicBezTo>
                <a:lnTo>
                  <a:pt x="69799" y="100869"/>
                </a:lnTo>
                <a:cubicBezTo>
                  <a:pt x="56502" y="114157"/>
                  <a:pt x="56502" y="135712"/>
                  <a:pt x="69799" y="148999"/>
                </a:cubicBezTo>
                <a:lnTo>
                  <a:pt x="75342" y="154543"/>
                </a:lnTo>
                <a:cubicBezTo>
                  <a:pt x="59674" y="179108"/>
                  <a:pt x="48425" y="206225"/>
                  <a:pt x="42081" y="234667"/>
                </a:cubicBezTo>
                <a:lnTo>
                  <a:pt x="34023" y="234667"/>
                </a:lnTo>
                <a:cubicBezTo>
                  <a:pt x="15287" y="234810"/>
                  <a:pt x="142" y="249955"/>
                  <a:pt x="0" y="268690"/>
                </a:cubicBezTo>
                <a:lnTo>
                  <a:pt x="0" y="311524"/>
                </a:lnTo>
                <a:cubicBezTo>
                  <a:pt x="0" y="330307"/>
                  <a:pt x="15230" y="345538"/>
                  <a:pt x="34023" y="345538"/>
                </a:cubicBezTo>
                <a:lnTo>
                  <a:pt x="42081" y="345538"/>
                </a:lnTo>
                <a:cubicBezTo>
                  <a:pt x="48396" y="374065"/>
                  <a:pt x="59645" y="401278"/>
                  <a:pt x="75342" y="425919"/>
                </a:cubicBezTo>
                <a:lnTo>
                  <a:pt x="69551" y="431720"/>
                </a:lnTo>
                <a:cubicBezTo>
                  <a:pt x="56911" y="444884"/>
                  <a:pt x="56911" y="465677"/>
                  <a:pt x="69551" y="478840"/>
                </a:cubicBezTo>
                <a:lnTo>
                  <a:pt x="99783" y="509073"/>
                </a:lnTo>
                <a:cubicBezTo>
                  <a:pt x="113242" y="521970"/>
                  <a:pt x="134464" y="521970"/>
                  <a:pt x="147913" y="509073"/>
                </a:cubicBezTo>
                <a:lnTo>
                  <a:pt x="153714" y="504034"/>
                </a:lnTo>
                <a:cubicBezTo>
                  <a:pt x="178412" y="519626"/>
                  <a:pt x="205597" y="530875"/>
                  <a:pt x="234095" y="537295"/>
                </a:cubicBezTo>
                <a:lnTo>
                  <a:pt x="234095" y="539562"/>
                </a:lnTo>
                <a:cubicBezTo>
                  <a:pt x="234838" y="527799"/>
                  <a:pt x="238201" y="516350"/>
                  <a:pt x="243916" y="506053"/>
                </a:cubicBezTo>
                <a:moveTo>
                  <a:pt x="129520" y="290102"/>
                </a:moveTo>
                <a:cubicBezTo>
                  <a:pt x="129635" y="211645"/>
                  <a:pt x="186623" y="144846"/>
                  <a:pt x="264080" y="132368"/>
                </a:cubicBezTo>
                <a:lnTo>
                  <a:pt x="264080" y="205187"/>
                </a:lnTo>
                <a:cubicBezTo>
                  <a:pt x="226456" y="216388"/>
                  <a:pt x="200577" y="250859"/>
                  <a:pt x="200329" y="290102"/>
                </a:cubicBezTo>
                <a:cubicBezTo>
                  <a:pt x="200453" y="297075"/>
                  <a:pt x="201387" y="304009"/>
                  <a:pt x="203101" y="310762"/>
                </a:cubicBezTo>
                <a:lnTo>
                  <a:pt x="140360" y="347052"/>
                </a:lnTo>
                <a:cubicBezTo>
                  <a:pt x="133140" y="328936"/>
                  <a:pt x="129463" y="309600"/>
                  <a:pt x="129520" y="290102"/>
                </a:cubicBezTo>
                <a:moveTo>
                  <a:pt x="328079" y="290102"/>
                </a:moveTo>
                <a:cubicBezTo>
                  <a:pt x="328383" y="305866"/>
                  <a:pt x="319135" y="320249"/>
                  <a:pt x="304657" y="326488"/>
                </a:cubicBezTo>
                <a:cubicBezTo>
                  <a:pt x="290179" y="332736"/>
                  <a:pt x="273367" y="329603"/>
                  <a:pt x="262118" y="318563"/>
                </a:cubicBezTo>
                <a:cubicBezTo>
                  <a:pt x="250859" y="307533"/>
                  <a:pt x="247402" y="290779"/>
                  <a:pt x="253355" y="276186"/>
                </a:cubicBezTo>
                <a:cubicBezTo>
                  <a:pt x="259318" y="261594"/>
                  <a:pt x="273510" y="252060"/>
                  <a:pt x="289274" y="252060"/>
                </a:cubicBezTo>
                <a:cubicBezTo>
                  <a:pt x="310467" y="251917"/>
                  <a:pt x="327802" y="268909"/>
                  <a:pt x="328079" y="290102"/>
                </a:cubicBezTo>
                <a:moveTo>
                  <a:pt x="596188" y="535276"/>
                </a:moveTo>
                <a:cubicBezTo>
                  <a:pt x="595131" y="531609"/>
                  <a:pt x="593693" y="528066"/>
                  <a:pt x="591902" y="524694"/>
                </a:cubicBezTo>
                <a:lnTo>
                  <a:pt x="481288" y="329669"/>
                </a:lnTo>
                <a:cubicBezTo>
                  <a:pt x="479459" y="326774"/>
                  <a:pt x="477354" y="324069"/>
                  <a:pt x="474983" y="321602"/>
                </a:cubicBezTo>
                <a:cubicBezTo>
                  <a:pt x="464934" y="309505"/>
                  <a:pt x="450018" y="302514"/>
                  <a:pt x="434292" y="302514"/>
                </a:cubicBezTo>
                <a:cubicBezTo>
                  <a:pt x="418566" y="302514"/>
                  <a:pt x="403650" y="309505"/>
                  <a:pt x="393592" y="321602"/>
                </a:cubicBezTo>
                <a:cubicBezTo>
                  <a:pt x="391229" y="324069"/>
                  <a:pt x="389115" y="326774"/>
                  <a:pt x="387296" y="329669"/>
                </a:cubicBezTo>
                <a:lnTo>
                  <a:pt x="276672" y="524694"/>
                </a:lnTo>
                <a:cubicBezTo>
                  <a:pt x="272891" y="531475"/>
                  <a:pt x="270891" y="539105"/>
                  <a:pt x="270881" y="546868"/>
                </a:cubicBezTo>
                <a:cubicBezTo>
                  <a:pt x="270843" y="558212"/>
                  <a:pt x="275177" y="569128"/>
                  <a:pt x="282978" y="577357"/>
                </a:cubicBezTo>
                <a:cubicBezTo>
                  <a:pt x="291245" y="585854"/>
                  <a:pt x="302628" y="590588"/>
                  <a:pt x="314477" y="590464"/>
                </a:cubicBezTo>
                <a:lnTo>
                  <a:pt x="551840" y="590464"/>
                </a:lnTo>
                <a:cubicBezTo>
                  <a:pt x="563775" y="591483"/>
                  <a:pt x="575614" y="587568"/>
                  <a:pt x="584596" y="579624"/>
                </a:cubicBezTo>
                <a:cubicBezTo>
                  <a:pt x="595169" y="568375"/>
                  <a:pt x="599170" y="552459"/>
                  <a:pt x="595179" y="537552"/>
                </a:cubicBezTo>
                <a:lnTo>
                  <a:pt x="596188" y="535276"/>
                </a:lnTo>
                <a:moveTo>
                  <a:pt x="405688" y="396944"/>
                </a:moveTo>
                <a:cubicBezTo>
                  <a:pt x="402212" y="381152"/>
                  <a:pt x="412194" y="365521"/>
                  <a:pt x="427986" y="362045"/>
                </a:cubicBezTo>
                <a:cubicBezTo>
                  <a:pt x="443788" y="358568"/>
                  <a:pt x="459409" y="368550"/>
                  <a:pt x="462886" y="384343"/>
                </a:cubicBezTo>
                <a:cubicBezTo>
                  <a:pt x="463772" y="388496"/>
                  <a:pt x="463772" y="392791"/>
                  <a:pt x="462886" y="396944"/>
                </a:cubicBezTo>
                <a:lnTo>
                  <a:pt x="447265" y="468753"/>
                </a:lnTo>
                <a:cubicBezTo>
                  <a:pt x="445522" y="475821"/>
                  <a:pt x="438530" y="480260"/>
                  <a:pt x="431396" y="478840"/>
                </a:cubicBezTo>
                <a:cubicBezTo>
                  <a:pt x="426453" y="477545"/>
                  <a:pt x="422605" y="473697"/>
                  <a:pt x="421309" y="468753"/>
                </a:cubicBezTo>
                <a:lnTo>
                  <a:pt x="405688" y="396944"/>
                </a:lnTo>
                <a:moveTo>
                  <a:pt x="407708" y="522932"/>
                </a:moveTo>
                <a:cubicBezTo>
                  <a:pt x="407088" y="511987"/>
                  <a:pt x="413213" y="501777"/>
                  <a:pt x="423157" y="497176"/>
                </a:cubicBezTo>
                <a:cubicBezTo>
                  <a:pt x="433111" y="492575"/>
                  <a:pt x="444855" y="494518"/>
                  <a:pt x="452789" y="502081"/>
                </a:cubicBezTo>
                <a:cubicBezTo>
                  <a:pt x="460733" y="509635"/>
                  <a:pt x="463248" y="521284"/>
                  <a:pt x="459133" y="531437"/>
                </a:cubicBezTo>
                <a:cubicBezTo>
                  <a:pt x="455028" y="541601"/>
                  <a:pt x="445122" y="548220"/>
                  <a:pt x="434168" y="548135"/>
                </a:cubicBezTo>
                <a:cubicBezTo>
                  <a:pt x="427396" y="548478"/>
                  <a:pt x="420776" y="546077"/>
                  <a:pt x="415794" y="541477"/>
                </a:cubicBezTo>
                <a:cubicBezTo>
                  <a:pt x="410813" y="536876"/>
                  <a:pt x="407898" y="530466"/>
                  <a:pt x="407708" y="523694"/>
                </a:cubicBezTo>
                <a:lnTo>
                  <a:pt x="407708" y="522932"/>
                </a:lnTo>
              </a:path>
            </a:pathLst>
          </a:custGeom>
          <a:solidFill>
            <a:srgbClr val="58405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0121" y="2078240"/>
            <a:ext cx="592940" cy="600217"/>
          </a:xfrm>
          <a:custGeom>
            <a:avLst/>
            <a:gdLst/>
            <a:ahLst/>
            <a:cxnLst/>
            <a:rect l="0" t="0" r="0" b="0"/>
            <a:pathLst>
              <a:path w="592940" h="600217">
                <a:moveTo>
                  <a:pt x="277958" y="461124"/>
                </a:moveTo>
                <a:lnTo>
                  <a:pt x="88220" y="410727"/>
                </a:lnTo>
                <a:lnTo>
                  <a:pt x="163810" y="391067"/>
                </a:lnTo>
                <a:cubicBezTo>
                  <a:pt x="173888" y="388477"/>
                  <a:pt x="179974" y="378228"/>
                  <a:pt x="177422" y="368141"/>
                </a:cubicBezTo>
                <a:cubicBezTo>
                  <a:pt x="174707" y="358035"/>
                  <a:pt x="164391" y="351977"/>
                  <a:pt x="154238" y="354539"/>
                </a:cubicBezTo>
                <a:lnTo>
                  <a:pt x="14897" y="391572"/>
                </a:lnTo>
                <a:cubicBezTo>
                  <a:pt x="5962" y="393877"/>
                  <a:pt x="0" y="402288"/>
                  <a:pt x="781" y="411479"/>
                </a:cubicBezTo>
                <a:lnTo>
                  <a:pt x="781" y="524875"/>
                </a:lnTo>
                <a:cubicBezTo>
                  <a:pt x="819" y="533733"/>
                  <a:pt x="7000" y="541381"/>
                  <a:pt x="15649" y="543267"/>
                </a:cubicBezTo>
                <a:lnTo>
                  <a:pt x="277958" y="600217"/>
                </a:lnTo>
                <a:lnTo>
                  <a:pt x="277958" y="461124"/>
                </a:lnTo>
                <a:moveTo>
                  <a:pt x="592940" y="409975"/>
                </a:moveTo>
                <a:cubicBezTo>
                  <a:pt x="592902" y="401364"/>
                  <a:pt x="587130" y="393839"/>
                  <a:pt x="578824" y="391572"/>
                </a:cubicBezTo>
                <a:lnTo>
                  <a:pt x="440493" y="355292"/>
                </a:lnTo>
                <a:cubicBezTo>
                  <a:pt x="430339" y="352729"/>
                  <a:pt x="420014" y="358787"/>
                  <a:pt x="417309" y="368893"/>
                </a:cubicBezTo>
                <a:cubicBezTo>
                  <a:pt x="414756" y="378980"/>
                  <a:pt x="420843" y="389229"/>
                  <a:pt x="430911" y="391829"/>
                </a:cubicBezTo>
                <a:lnTo>
                  <a:pt x="500967" y="410222"/>
                </a:lnTo>
                <a:lnTo>
                  <a:pt x="315763" y="460619"/>
                </a:lnTo>
                <a:lnTo>
                  <a:pt x="315763" y="599960"/>
                </a:lnTo>
                <a:lnTo>
                  <a:pt x="578072" y="543020"/>
                </a:lnTo>
                <a:cubicBezTo>
                  <a:pt x="586720" y="541124"/>
                  <a:pt x="592902" y="533476"/>
                  <a:pt x="592940" y="524617"/>
                </a:cubicBezTo>
                <a:lnTo>
                  <a:pt x="592940" y="409975"/>
                </a:lnTo>
                <a:moveTo>
                  <a:pt x="409241" y="235096"/>
                </a:moveTo>
                <a:cubicBezTo>
                  <a:pt x="403231" y="257813"/>
                  <a:pt x="393611" y="279425"/>
                  <a:pt x="380771" y="299104"/>
                </a:cubicBezTo>
                <a:cubicBezTo>
                  <a:pt x="390029" y="304666"/>
                  <a:pt x="398497" y="311448"/>
                  <a:pt x="405965" y="319258"/>
                </a:cubicBezTo>
                <a:cubicBezTo>
                  <a:pt x="410565" y="323945"/>
                  <a:pt x="417480" y="325488"/>
                  <a:pt x="423633" y="323202"/>
                </a:cubicBezTo>
                <a:cubicBezTo>
                  <a:pt x="429787" y="320916"/>
                  <a:pt x="434025" y="315229"/>
                  <a:pt x="434444" y="308676"/>
                </a:cubicBezTo>
                <a:cubicBezTo>
                  <a:pt x="437054" y="281663"/>
                  <a:pt x="427872" y="254831"/>
                  <a:pt x="409241" y="235096"/>
                </a:cubicBezTo>
                <a:moveTo>
                  <a:pt x="184480" y="235096"/>
                </a:moveTo>
                <a:cubicBezTo>
                  <a:pt x="165849" y="254831"/>
                  <a:pt x="156657" y="281663"/>
                  <a:pt x="159277" y="308676"/>
                </a:cubicBezTo>
                <a:cubicBezTo>
                  <a:pt x="159696" y="315229"/>
                  <a:pt x="163925" y="320916"/>
                  <a:pt x="170078" y="323202"/>
                </a:cubicBezTo>
                <a:cubicBezTo>
                  <a:pt x="176231" y="325488"/>
                  <a:pt x="183156" y="323945"/>
                  <a:pt x="187756" y="319258"/>
                </a:cubicBezTo>
                <a:cubicBezTo>
                  <a:pt x="195224" y="311448"/>
                  <a:pt x="203692" y="304666"/>
                  <a:pt x="212950" y="299104"/>
                </a:cubicBezTo>
                <a:cubicBezTo>
                  <a:pt x="200110" y="279425"/>
                  <a:pt x="190490" y="257813"/>
                  <a:pt x="184480" y="235096"/>
                </a:cubicBezTo>
                <a:moveTo>
                  <a:pt x="296856" y="0"/>
                </a:moveTo>
                <a:cubicBezTo>
                  <a:pt x="296856" y="0"/>
                  <a:pt x="208664" y="44100"/>
                  <a:pt x="208664" y="132292"/>
                </a:cubicBezTo>
                <a:cubicBezTo>
                  <a:pt x="208664" y="180917"/>
                  <a:pt x="223285" y="308676"/>
                  <a:pt x="296856" y="308676"/>
                </a:cubicBezTo>
                <a:cubicBezTo>
                  <a:pt x="370436" y="308676"/>
                  <a:pt x="385057" y="180917"/>
                  <a:pt x="385057" y="132292"/>
                </a:cubicBezTo>
                <a:cubicBezTo>
                  <a:pt x="385057" y="44100"/>
                  <a:pt x="296856" y="0"/>
                  <a:pt x="296856" y="0"/>
                </a:cubicBezTo>
                <a:moveTo>
                  <a:pt x="296856" y="163782"/>
                </a:moveTo>
                <a:cubicBezTo>
                  <a:pt x="282778" y="163887"/>
                  <a:pt x="270014" y="155486"/>
                  <a:pt x="264556" y="142494"/>
                </a:cubicBezTo>
                <a:cubicBezTo>
                  <a:pt x="259089" y="129511"/>
                  <a:pt x="262004" y="114509"/>
                  <a:pt x="271929" y="104517"/>
                </a:cubicBezTo>
                <a:cubicBezTo>
                  <a:pt x="281854" y="94516"/>
                  <a:pt x="296827" y="91497"/>
                  <a:pt x="309857" y="96859"/>
                </a:cubicBezTo>
                <a:cubicBezTo>
                  <a:pt x="322878" y="102231"/>
                  <a:pt x="331384" y="114928"/>
                  <a:pt x="331384" y="129016"/>
                </a:cubicBezTo>
                <a:cubicBezTo>
                  <a:pt x="331450" y="138217"/>
                  <a:pt x="327840" y="147056"/>
                  <a:pt x="321363" y="153590"/>
                </a:cubicBezTo>
                <a:cubicBezTo>
                  <a:pt x="314877" y="160115"/>
                  <a:pt x="306057" y="163782"/>
                  <a:pt x="296856" y="163782"/>
                </a:cubicBezTo>
                <a:moveTo>
                  <a:pt x="296856" y="335889"/>
                </a:moveTo>
                <a:cubicBezTo>
                  <a:pt x="277377" y="335889"/>
                  <a:pt x="261585" y="351682"/>
                  <a:pt x="261585" y="371170"/>
                </a:cubicBezTo>
                <a:cubicBezTo>
                  <a:pt x="261585" y="390820"/>
                  <a:pt x="277453" y="437692"/>
                  <a:pt x="296856" y="437692"/>
                </a:cubicBezTo>
                <a:cubicBezTo>
                  <a:pt x="316258" y="437692"/>
                  <a:pt x="332136" y="390820"/>
                  <a:pt x="332136" y="371170"/>
                </a:cubicBezTo>
                <a:cubicBezTo>
                  <a:pt x="332136" y="351682"/>
                  <a:pt x="316344" y="335889"/>
                  <a:pt x="296856" y="335889"/>
                </a:cubicBezTo>
              </a:path>
            </a:pathLst>
          </a:custGeom>
          <a:solidFill>
            <a:srgbClr val="58405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90525" y="371475"/>
            <a:ext cx="4193236" cy="3600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700" b="1">
                <a:solidFill>
                  <a:srgbClr val="584053"/>
                </a:solidFill>
                <a:latin typeface="Montserrat"/>
              </a:rPr>
              <a:t>Problem &amp;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0525" y="2234586"/>
            <a:ext cx="141933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300" b="0">
                <a:solidFill>
                  <a:srgbClr val="584053"/>
                </a:solidFill>
                <a:latin typeface="Montserrat"/>
              </a:rPr>
              <a:t>The Challenge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390525" y="2611773"/>
            <a:ext cx="2383269" cy="1028652"/>
            <a:chOff x="390525" y="2611773"/>
            <a:chExt cx="2383269" cy="1028652"/>
          </a:xfrm>
        </p:grpSpPr>
        <p:sp>
          <p:nvSpPr>
            <p:cNvPr id="9" name="TextBox 8"/>
            <p:cNvSpPr txBox="1"/>
            <p:nvPr/>
          </p:nvSpPr>
          <p:spPr>
            <a:xfrm>
              <a:off x="390525" y="2611773"/>
              <a:ext cx="2740759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584053"/>
                  </a:solidFill>
                  <a:latin typeface="Montserrat"/>
                </a:rPr>
                <a:t>Govt tenders require ₹5Cr+ turnover,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90525" y="2783223"/>
              <a:ext cx="2740759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584053"/>
                  </a:solidFill>
                  <a:latin typeface="Montserrat"/>
                </a:rPr>
                <a:t>disqualifying startups, and involve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90525" y="2954673"/>
              <a:ext cx="2740759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584053"/>
                  </a:solidFill>
                  <a:latin typeface="Montserrat"/>
                </a:rPr>
                <a:t>80+ page unstructured PDFs. While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90525" y="3126123"/>
              <a:ext cx="2740759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584053"/>
                  </a:solidFill>
                  <a:latin typeface="Montserrat"/>
                </a:rPr>
                <a:t>innovative startups have tech but no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90525" y="3297573"/>
              <a:ext cx="2740759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584053"/>
                  </a:solidFill>
                  <a:latin typeface="Montserrat"/>
                </a:rPr>
                <a:t>scale, manufacturers have scale but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90525" y="3469023"/>
              <a:ext cx="2740759" cy="1714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584053"/>
                  </a:solidFill>
                  <a:latin typeface="Montserrat"/>
                </a:rPr>
                <a:t>no innovation.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436598" y="3307883"/>
            <a:ext cx="995838" cy="362872"/>
            <a:chOff x="3436598" y="3307883"/>
            <a:chExt cx="995838" cy="362872"/>
          </a:xfrm>
        </p:grpSpPr>
        <p:sp>
          <p:nvSpPr>
            <p:cNvPr id="16" name="TextBox 15"/>
            <p:cNvSpPr txBox="1"/>
            <p:nvPr/>
          </p:nvSpPr>
          <p:spPr>
            <a:xfrm>
              <a:off x="3361911" y="3307883"/>
              <a:ext cx="1145213" cy="181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1">
                  <a:solidFill>
                    <a:srgbClr val="584053"/>
                  </a:solidFill>
                  <a:latin typeface="Montserrat"/>
                </a:rPr>
                <a:t>Startup Dis-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361911" y="3489334"/>
              <a:ext cx="1145213" cy="1814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1">
                  <a:solidFill>
                    <a:srgbClr val="584053"/>
                  </a:solidFill>
                  <a:latin typeface="Montserrat"/>
                </a:rPr>
                <a:t>qualification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7549413" y="3307883"/>
            <a:ext cx="1035138" cy="362872"/>
            <a:chOff x="7549413" y="3307883"/>
            <a:chExt cx="1035138" cy="362872"/>
          </a:xfrm>
        </p:grpSpPr>
        <p:sp>
          <p:nvSpPr>
            <p:cNvPr id="19" name="TextBox 18"/>
            <p:cNvSpPr txBox="1"/>
            <p:nvPr/>
          </p:nvSpPr>
          <p:spPr>
            <a:xfrm>
              <a:off x="7471778" y="3307883"/>
              <a:ext cx="1190408" cy="181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1">
                  <a:solidFill>
                    <a:srgbClr val="584053"/>
                  </a:solidFill>
                  <a:latin typeface="Montserrat"/>
                </a:rPr>
                <a:t>Government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471778" y="3489334"/>
              <a:ext cx="1190408" cy="1814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1">
                  <a:solidFill>
                    <a:srgbClr val="584053"/>
                  </a:solidFill>
                  <a:latin typeface="Montserrat"/>
                </a:rPr>
                <a:t>Scale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3362484" y="3791703"/>
            <a:ext cx="1144066" cy="408240"/>
            <a:chOff x="3362484" y="3791703"/>
            <a:chExt cx="1144066" cy="408240"/>
          </a:xfrm>
        </p:grpSpPr>
        <p:sp>
          <p:nvSpPr>
            <p:cNvPr id="22" name="TextBox 21"/>
            <p:cNvSpPr txBox="1"/>
            <p:nvPr/>
          </p:nvSpPr>
          <p:spPr>
            <a:xfrm>
              <a:off x="3276680" y="3791703"/>
              <a:ext cx="1315675" cy="136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584053"/>
                  </a:solidFill>
                  <a:latin typeface="Montserrat"/>
                </a:rPr>
                <a:t>Startups lack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276680" y="3927815"/>
              <a:ext cx="1315675" cy="1360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584053"/>
                  </a:solidFill>
                  <a:latin typeface="Montserrat"/>
                </a:rPr>
                <a:t>government tender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276680" y="4063832"/>
              <a:ext cx="1315675" cy="1361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584053"/>
                  </a:solidFill>
                  <a:latin typeface="Montserrat"/>
                </a:rPr>
                <a:t>eligibility.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7494949" y="3791703"/>
            <a:ext cx="1144066" cy="408240"/>
            <a:chOff x="7494949" y="3791703"/>
            <a:chExt cx="1144066" cy="408240"/>
          </a:xfrm>
        </p:grpSpPr>
        <p:sp>
          <p:nvSpPr>
            <p:cNvPr id="26" name="TextBox 25"/>
            <p:cNvSpPr txBox="1"/>
            <p:nvPr/>
          </p:nvSpPr>
          <p:spPr>
            <a:xfrm>
              <a:off x="7409145" y="3791703"/>
              <a:ext cx="1315675" cy="136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584053"/>
                  </a:solidFill>
                  <a:latin typeface="Montserrat"/>
                </a:rPr>
                <a:t>Startups achieve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409145" y="3927815"/>
              <a:ext cx="1315675" cy="1360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584053"/>
                  </a:solidFill>
                  <a:latin typeface="Montserrat"/>
                </a:rPr>
                <a:t>government tender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409145" y="4063832"/>
              <a:ext cx="1315675" cy="1361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584053"/>
                  </a:solidFill>
                  <a:latin typeface="Montserrat"/>
                </a:rPr>
                <a:t>success.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6977421" y="1282819"/>
            <a:ext cx="1146505" cy="899226"/>
            <a:chOff x="6977421" y="1282819"/>
            <a:chExt cx="1146505" cy="899226"/>
          </a:xfrm>
        </p:grpSpPr>
        <p:sp>
          <p:nvSpPr>
            <p:cNvPr id="2" name="Rounded Rectangle 1"/>
            <p:cNvSpPr/>
            <p:nvPr/>
          </p:nvSpPr>
          <p:spPr>
            <a:xfrm>
              <a:off x="7314625" y="1395223"/>
              <a:ext cx="809301" cy="224799"/>
            </a:xfrm>
            <a:custGeom>
              <a:avLst/>
              <a:gdLst/>
              <a:ahLst/>
              <a:cxnLst/>
              <a:rect l="0" t="0" r="0" b="0"/>
              <a:pathLst>
                <a:path w="809301" h="224799">
                  <a:moveTo>
                    <a:pt x="610752" y="202320"/>
                  </a:moveTo>
                  <a:cubicBezTo>
                    <a:pt x="622782" y="174783"/>
                    <a:pt x="629459" y="144370"/>
                    <a:pt x="629459" y="112404"/>
                  </a:cubicBezTo>
                  <a:cubicBezTo>
                    <a:pt x="629459" y="80429"/>
                    <a:pt x="622782" y="50015"/>
                    <a:pt x="610752" y="22479"/>
                  </a:cubicBezTo>
                  <a:lnTo>
                    <a:pt x="764343" y="22479"/>
                  </a:lnTo>
                  <a:lnTo>
                    <a:pt x="764343" y="14982"/>
                  </a:lnTo>
                  <a:cubicBezTo>
                    <a:pt x="764343" y="6705"/>
                    <a:pt x="771058" y="0"/>
                    <a:pt x="779335" y="0"/>
                  </a:cubicBezTo>
                  <a:lnTo>
                    <a:pt x="809301" y="0"/>
                  </a:lnTo>
                  <a:lnTo>
                    <a:pt x="809301" y="224799"/>
                  </a:lnTo>
                  <a:lnTo>
                    <a:pt x="779335" y="224799"/>
                  </a:lnTo>
                  <a:cubicBezTo>
                    <a:pt x="771058" y="224799"/>
                    <a:pt x="764343" y="218093"/>
                    <a:pt x="764343" y="209816"/>
                  </a:cubicBezTo>
                  <a:lnTo>
                    <a:pt x="764343" y="202320"/>
                  </a:lnTo>
                  <a:lnTo>
                    <a:pt x="610752" y="202320"/>
                  </a:lnTo>
                  <a:moveTo>
                    <a:pt x="198558" y="202320"/>
                  </a:moveTo>
                  <a:lnTo>
                    <a:pt x="44967" y="202320"/>
                  </a:lnTo>
                  <a:lnTo>
                    <a:pt x="44967" y="209816"/>
                  </a:lnTo>
                  <a:cubicBezTo>
                    <a:pt x="44967" y="218093"/>
                    <a:pt x="38252" y="224799"/>
                    <a:pt x="29975" y="224799"/>
                  </a:cubicBezTo>
                  <a:lnTo>
                    <a:pt x="0" y="224799"/>
                  </a:lnTo>
                  <a:lnTo>
                    <a:pt x="0" y="0"/>
                  </a:lnTo>
                  <a:lnTo>
                    <a:pt x="29975" y="0"/>
                  </a:lnTo>
                  <a:cubicBezTo>
                    <a:pt x="38252" y="0"/>
                    <a:pt x="44967" y="6705"/>
                    <a:pt x="44967" y="14982"/>
                  </a:cubicBezTo>
                  <a:lnTo>
                    <a:pt x="44967" y="22479"/>
                  </a:lnTo>
                  <a:lnTo>
                    <a:pt x="198558" y="22479"/>
                  </a:lnTo>
                  <a:cubicBezTo>
                    <a:pt x="186528" y="50015"/>
                    <a:pt x="179851" y="80429"/>
                    <a:pt x="179851" y="112404"/>
                  </a:cubicBezTo>
                  <a:cubicBezTo>
                    <a:pt x="179851" y="144370"/>
                    <a:pt x="186528" y="174783"/>
                    <a:pt x="198558" y="202320"/>
                  </a:cubicBezTo>
                </a:path>
              </a:pathLst>
            </a:custGeom>
            <a:solidFill>
              <a:srgbClr val="DB9941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6977421" y="1732427"/>
              <a:ext cx="224809" cy="449618"/>
            </a:xfrm>
            <a:custGeom>
              <a:avLst/>
              <a:gdLst/>
              <a:ahLst/>
              <a:cxnLst/>
              <a:rect l="0" t="0" r="0" b="0"/>
              <a:pathLst>
                <a:path w="224809" h="449618">
                  <a:moveTo>
                    <a:pt x="0" y="449618"/>
                  </a:moveTo>
                  <a:lnTo>
                    <a:pt x="0" y="419642"/>
                  </a:lnTo>
                  <a:cubicBezTo>
                    <a:pt x="0" y="411365"/>
                    <a:pt x="6705" y="404650"/>
                    <a:pt x="14982" y="404650"/>
                  </a:cubicBezTo>
                  <a:lnTo>
                    <a:pt x="22479" y="404650"/>
                  </a:lnTo>
                  <a:lnTo>
                    <a:pt x="22479" y="44967"/>
                  </a:lnTo>
                  <a:lnTo>
                    <a:pt x="14982" y="44967"/>
                  </a:lnTo>
                  <a:cubicBezTo>
                    <a:pt x="6705" y="44967"/>
                    <a:pt x="0" y="38252"/>
                    <a:pt x="0" y="29975"/>
                  </a:cubicBezTo>
                  <a:lnTo>
                    <a:pt x="0" y="0"/>
                  </a:lnTo>
                  <a:lnTo>
                    <a:pt x="224809" y="0"/>
                  </a:lnTo>
                  <a:lnTo>
                    <a:pt x="224809" y="29975"/>
                  </a:lnTo>
                  <a:cubicBezTo>
                    <a:pt x="224809" y="38252"/>
                    <a:pt x="218093" y="44967"/>
                    <a:pt x="209816" y="44967"/>
                  </a:cubicBezTo>
                  <a:lnTo>
                    <a:pt x="202320" y="44967"/>
                  </a:lnTo>
                  <a:lnTo>
                    <a:pt x="202320" y="404650"/>
                  </a:lnTo>
                  <a:lnTo>
                    <a:pt x="209816" y="404650"/>
                  </a:lnTo>
                  <a:cubicBezTo>
                    <a:pt x="218093" y="404650"/>
                    <a:pt x="224809" y="411365"/>
                    <a:pt x="224809" y="419642"/>
                  </a:cubicBezTo>
                  <a:lnTo>
                    <a:pt x="224809" y="449618"/>
                  </a:lnTo>
                  <a:lnTo>
                    <a:pt x="0" y="449618"/>
                  </a:lnTo>
                </a:path>
              </a:pathLst>
            </a:custGeom>
            <a:solidFill>
              <a:srgbClr val="DB9941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6977421" y="1395223"/>
              <a:ext cx="337204" cy="337204"/>
            </a:xfrm>
            <a:custGeom>
              <a:avLst/>
              <a:gdLst/>
              <a:ahLst/>
              <a:cxnLst/>
              <a:rect l="0" t="0" r="0" b="0"/>
              <a:pathLst>
                <a:path w="337204" h="337204">
                  <a:moveTo>
                    <a:pt x="22479" y="202320"/>
                  </a:moveTo>
                  <a:cubicBezTo>
                    <a:pt x="22479" y="102993"/>
                    <a:pt x="103003" y="22479"/>
                    <a:pt x="202320" y="22479"/>
                  </a:cubicBezTo>
                  <a:lnTo>
                    <a:pt x="292246" y="22479"/>
                  </a:lnTo>
                  <a:lnTo>
                    <a:pt x="292246" y="14982"/>
                  </a:lnTo>
                  <a:cubicBezTo>
                    <a:pt x="292246" y="6705"/>
                    <a:pt x="298961" y="0"/>
                    <a:pt x="307238" y="0"/>
                  </a:cubicBezTo>
                  <a:lnTo>
                    <a:pt x="337204" y="0"/>
                  </a:lnTo>
                  <a:lnTo>
                    <a:pt x="337204" y="224799"/>
                  </a:lnTo>
                  <a:lnTo>
                    <a:pt x="307238" y="224799"/>
                  </a:lnTo>
                  <a:cubicBezTo>
                    <a:pt x="298961" y="224799"/>
                    <a:pt x="292246" y="218093"/>
                    <a:pt x="292246" y="209816"/>
                  </a:cubicBezTo>
                  <a:lnTo>
                    <a:pt x="292246" y="202320"/>
                  </a:lnTo>
                  <a:lnTo>
                    <a:pt x="232295" y="202320"/>
                  </a:lnTo>
                  <a:cubicBezTo>
                    <a:pt x="215741" y="202320"/>
                    <a:pt x="202320" y="215741"/>
                    <a:pt x="202320" y="232295"/>
                  </a:cubicBezTo>
                  <a:lnTo>
                    <a:pt x="202320" y="292246"/>
                  </a:lnTo>
                  <a:lnTo>
                    <a:pt x="209816" y="292246"/>
                  </a:lnTo>
                  <a:cubicBezTo>
                    <a:pt x="218093" y="292246"/>
                    <a:pt x="224809" y="298951"/>
                    <a:pt x="224809" y="307228"/>
                  </a:cubicBezTo>
                  <a:lnTo>
                    <a:pt x="224809" y="337204"/>
                  </a:lnTo>
                  <a:lnTo>
                    <a:pt x="0" y="337204"/>
                  </a:lnTo>
                  <a:lnTo>
                    <a:pt x="0" y="307228"/>
                  </a:lnTo>
                  <a:cubicBezTo>
                    <a:pt x="0" y="298951"/>
                    <a:pt x="6705" y="292246"/>
                    <a:pt x="14982" y="292246"/>
                  </a:cubicBezTo>
                  <a:lnTo>
                    <a:pt x="22479" y="292246"/>
                  </a:lnTo>
                  <a:lnTo>
                    <a:pt x="22479" y="202320"/>
                  </a:lnTo>
                </a:path>
              </a:pathLst>
            </a:custGeom>
            <a:solidFill>
              <a:srgbClr val="DB9941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494476" y="1282819"/>
              <a:ext cx="449608" cy="449608"/>
            </a:xfrm>
            <a:custGeom>
              <a:avLst/>
              <a:gdLst/>
              <a:ahLst/>
              <a:cxnLst/>
              <a:rect l="0" t="0" r="0" b="0"/>
              <a:pathLst>
                <a:path w="449608" h="449608">
                  <a:moveTo>
                    <a:pt x="449608" y="224809"/>
                  </a:moveTo>
                  <a:cubicBezTo>
                    <a:pt x="449608" y="348957"/>
                    <a:pt x="348957" y="449608"/>
                    <a:pt x="224799" y="449608"/>
                  </a:cubicBezTo>
                  <a:cubicBezTo>
                    <a:pt x="100650" y="449608"/>
                    <a:pt x="0" y="348957"/>
                    <a:pt x="0" y="224809"/>
                  </a:cubicBezTo>
                  <a:cubicBezTo>
                    <a:pt x="0" y="100650"/>
                    <a:pt x="100650" y="0"/>
                    <a:pt x="224799" y="0"/>
                  </a:cubicBezTo>
                  <a:cubicBezTo>
                    <a:pt x="348957" y="0"/>
                    <a:pt x="449608" y="100650"/>
                    <a:pt x="449608" y="224809"/>
                  </a:cubicBezTo>
                </a:path>
              </a:pathLst>
            </a:custGeom>
            <a:solidFill>
              <a:srgbClr val="DB9941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977421" y="1282819"/>
            <a:ext cx="1146508" cy="899222"/>
            <a:chOff x="6977421" y="1282819"/>
            <a:chExt cx="1146508" cy="899222"/>
          </a:xfrm>
        </p:grpSpPr>
        <p:sp>
          <p:nvSpPr>
            <p:cNvPr id="7" name="Rounded Rectangle 6"/>
            <p:cNvSpPr/>
            <p:nvPr/>
          </p:nvSpPr>
          <p:spPr>
            <a:xfrm>
              <a:off x="7314629" y="1395222"/>
              <a:ext cx="809300" cy="224805"/>
            </a:xfrm>
            <a:custGeom>
              <a:avLst/>
              <a:gdLst/>
              <a:ahLst/>
              <a:cxnLst/>
              <a:rect l="0" t="0" r="0" b="0"/>
              <a:pathLst>
                <a:path w="809300" h="224805">
                  <a:moveTo>
                    <a:pt x="610749" y="202325"/>
                  </a:moveTo>
                  <a:cubicBezTo>
                    <a:pt x="622781" y="174787"/>
                    <a:pt x="629455" y="144374"/>
                    <a:pt x="629455" y="112402"/>
                  </a:cubicBezTo>
                  <a:cubicBezTo>
                    <a:pt x="629455" y="80430"/>
                    <a:pt x="622781" y="50017"/>
                    <a:pt x="610749" y="22480"/>
                  </a:cubicBezTo>
                  <a:lnTo>
                    <a:pt x="764339" y="22480"/>
                  </a:lnTo>
                  <a:lnTo>
                    <a:pt x="764339" y="14987"/>
                  </a:lnTo>
                  <a:cubicBezTo>
                    <a:pt x="764339" y="6709"/>
                    <a:pt x="771049" y="0"/>
                    <a:pt x="779326" y="0"/>
                  </a:cubicBezTo>
                  <a:lnTo>
                    <a:pt x="809300" y="0"/>
                  </a:lnTo>
                  <a:lnTo>
                    <a:pt x="809300" y="224805"/>
                  </a:lnTo>
                  <a:lnTo>
                    <a:pt x="779326" y="224805"/>
                  </a:lnTo>
                  <a:cubicBezTo>
                    <a:pt x="771049" y="224805"/>
                    <a:pt x="764339" y="218096"/>
                    <a:pt x="764339" y="209818"/>
                  </a:cubicBezTo>
                  <a:lnTo>
                    <a:pt x="764339" y="202325"/>
                  </a:lnTo>
                  <a:lnTo>
                    <a:pt x="610749" y="202325"/>
                  </a:lnTo>
                  <a:close/>
                  <a:moveTo>
                    <a:pt x="198550" y="202325"/>
                  </a:moveTo>
                  <a:lnTo>
                    <a:pt x="44961" y="202325"/>
                  </a:lnTo>
                  <a:lnTo>
                    <a:pt x="44961" y="209818"/>
                  </a:lnTo>
                  <a:cubicBezTo>
                    <a:pt x="44961" y="218096"/>
                    <a:pt x="38251" y="224805"/>
                    <a:pt x="29974" y="224805"/>
                  </a:cubicBezTo>
                  <a:lnTo>
                    <a:pt x="0" y="224805"/>
                  </a:lnTo>
                  <a:lnTo>
                    <a:pt x="0" y="0"/>
                  </a:lnTo>
                  <a:lnTo>
                    <a:pt x="29974" y="0"/>
                  </a:lnTo>
                  <a:cubicBezTo>
                    <a:pt x="38251" y="0"/>
                    <a:pt x="44961" y="6709"/>
                    <a:pt x="44961" y="14987"/>
                  </a:cubicBezTo>
                  <a:lnTo>
                    <a:pt x="44961" y="22480"/>
                  </a:lnTo>
                  <a:lnTo>
                    <a:pt x="198550" y="22480"/>
                  </a:lnTo>
                  <a:cubicBezTo>
                    <a:pt x="186519" y="50017"/>
                    <a:pt x="179844" y="80430"/>
                    <a:pt x="179844" y="112402"/>
                  </a:cubicBezTo>
                  <a:cubicBezTo>
                    <a:pt x="179844" y="144374"/>
                    <a:pt x="186519" y="174787"/>
                    <a:pt x="198550" y="202325"/>
                  </a:cubicBezTo>
                  <a:close/>
                  <a:moveTo>
                    <a:pt x="764339" y="22480"/>
                  </a:moveTo>
                  <a:lnTo>
                    <a:pt x="764339" y="202325"/>
                  </a:lnTo>
                  <a:moveTo>
                    <a:pt x="44961" y="202325"/>
                  </a:moveTo>
                  <a:lnTo>
                    <a:pt x="44961" y="22480"/>
                  </a:lnTo>
                </a:path>
              </a:pathLst>
            </a:custGeom>
            <a:noFill/>
            <a:ln w="22481">
              <a:solidFill>
                <a:srgbClr val="FDFBF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977421" y="1732430"/>
              <a:ext cx="224805" cy="449611"/>
            </a:xfrm>
            <a:custGeom>
              <a:avLst/>
              <a:gdLst/>
              <a:ahLst/>
              <a:cxnLst/>
              <a:rect l="0" t="0" r="0" b="0"/>
              <a:pathLst>
                <a:path w="224805" h="449611">
                  <a:moveTo>
                    <a:pt x="0" y="449611"/>
                  </a:moveTo>
                  <a:lnTo>
                    <a:pt x="0" y="419637"/>
                  </a:lnTo>
                  <a:cubicBezTo>
                    <a:pt x="0" y="411359"/>
                    <a:pt x="6709" y="404650"/>
                    <a:pt x="14987" y="404650"/>
                  </a:cubicBezTo>
                  <a:lnTo>
                    <a:pt x="22480" y="404650"/>
                  </a:lnTo>
                  <a:lnTo>
                    <a:pt x="22480" y="44961"/>
                  </a:lnTo>
                  <a:lnTo>
                    <a:pt x="14987" y="44961"/>
                  </a:lnTo>
                  <a:cubicBezTo>
                    <a:pt x="6709" y="44961"/>
                    <a:pt x="0" y="38251"/>
                    <a:pt x="0" y="29974"/>
                  </a:cubicBezTo>
                  <a:lnTo>
                    <a:pt x="0" y="0"/>
                  </a:lnTo>
                  <a:lnTo>
                    <a:pt x="224805" y="0"/>
                  </a:lnTo>
                  <a:lnTo>
                    <a:pt x="224805" y="29974"/>
                  </a:lnTo>
                  <a:cubicBezTo>
                    <a:pt x="224805" y="38251"/>
                    <a:pt x="218095" y="44961"/>
                    <a:pt x="209818" y="44961"/>
                  </a:cubicBezTo>
                  <a:lnTo>
                    <a:pt x="202325" y="44961"/>
                  </a:lnTo>
                  <a:lnTo>
                    <a:pt x="202325" y="404650"/>
                  </a:lnTo>
                  <a:lnTo>
                    <a:pt x="209818" y="404650"/>
                  </a:lnTo>
                  <a:cubicBezTo>
                    <a:pt x="218095" y="404650"/>
                    <a:pt x="224805" y="411359"/>
                    <a:pt x="224805" y="419637"/>
                  </a:cubicBezTo>
                  <a:lnTo>
                    <a:pt x="224805" y="449611"/>
                  </a:lnTo>
                  <a:lnTo>
                    <a:pt x="0" y="449611"/>
                  </a:lnTo>
                  <a:close/>
                  <a:moveTo>
                    <a:pt x="22480" y="404650"/>
                  </a:moveTo>
                  <a:lnTo>
                    <a:pt x="202325" y="404650"/>
                  </a:lnTo>
                  <a:moveTo>
                    <a:pt x="22480" y="44961"/>
                  </a:moveTo>
                  <a:lnTo>
                    <a:pt x="202325" y="44961"/>
                  </a:lnTo>
                </a:path>
              </a:pathLst>
            </a:custGeom>
            <a:noFill/>
            <a:ln w="22481">
              <a:solidFill>
                <a:srgbClr val="FDFBF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977421" y="1395222"/>
              <a:ext cx="337208" cy="337208"/>
            </a:xfrm>
            <a:custGeom>
              <a:avLst/>
              <a:gdLst/>
              <a:ahLst/>
              <a:cxnLst/>
              <a:rect l="0" t="0" r="0" b="0"/>
              <a:pathLst>
                <a:path w="337208" h="337208">
                  <a:moveTo>
                    <a:pt x="22480" y="202325"/>
                  </a:moveTo>
                  <a:cubicBezTo>
                    <a:pt x="22480" y="102999"/>
                    <a:pt x="102999" y="22480"/>
                    <a:pt x="202325" y="22480"/>
                  </a:cubicBezTo>
                  <a:lnTo>
                    <a:pt x="292247" y="22480"/>
                  </a:lnTo>
                  <a:lnTo>
                    <a:pt x="292247" y="14987"/>
                  </a:lnTo>
                  <a:cubicBezTo>
                    <a:pt x="292247" y="6709"/>
                    <a:pt x="298957" y="0"/>
                    <a:pt x="307234" y="0"/>
                  </a:cubicBezTo>
                  <a:lnTo>
                    <a:pt x="337208" y="0"/>
                  </a:lnTo>
                  <a:lnTo>
                    <a:pt x="337208" y="224805"/>
                  </a:lnTo>
                  <a:lnTo>
                    <a:pt x="307234" y="224805"/>
                  </a:lnTo>
                  <a:cubicBezTo>
                    <a:pt x="298957" y="224805"/>
                    <a:pt x="292247" y="218096"/>
                    <a:pt x="292247" y="209818"/>
                  </a:cubicBezTo>
                  <a:lnTo>
                    <a:pt x="292247" y="202325"/>
                  </a:lnTo>
                  <a:lnTo>
                    <a:pt x="232299" y="202325"/>
                  </a:lnTo>
                  <a:cubicBezTo>
                    <a:pt x="215745" y="202325"/>
                    <a:pt x="202325" y="215745"/>
                    <a:pt x="202325" y="232299"/>
                  </a:cubicBezTo>
                  <a:lnTo>
                    <a:pt x="202325" y="292247"/>
                  </a:lnTo>
                  <a:lnTo>
                    <a:pt x="209818" y="292247"/>
                  </a:lnTo>
                  <a:cubicBezTo>
                    <a:pt x="218095" y="292247"/>
                    <a:pt x="224805" y="298957"/>
                    <a:pt x="224805" y="307234"/>
                  </a:cubicBezTo>
                  <a:lnTo>
                    <a:pt x="224805" y="337208"/>
                  </a:lnTo>
                  <a:lnTo>
                    <a:pt x="0" y="337208"/>
                  </a:lnTo>
                  <a:lnTo>
                    <a:pt x="0" y="307234"/>
                  </a:lnTo>
                  <a:cubicBezTo>
                    <a:pt x="0" y="298957"/>
                    <a:pt x="6709" y="292247"/>
                    <a:pt x="14987" y="292247"/>
                  </a:cubicBezTo>
                  <a:lnTo>
                    <a:pt x="22480" y="292247"/>
                  </a:lnTo>
                  <a:close/>
                  <a:moveTo>
                    <a:pt x="292247" y="22480"/>
                  </a:moveTo>
                  <a:lnTo>
                    <a:pt x="292247" y="202325"/>
                  </a:lnTo>
                  <a:moveTo>
                    <a:pt x="22480" y="292247"/>
                  </a:moveTo>
                  <a:lnTo>
                    <a:pt x="202325" y="292247"/>
                  </a:lnTo>
                </a:path>
              </a:pathLst>
            </a:custGeom>
            <a:noFill/>
            <a:ln w="22481">
              <a:solidFill>
                <a:srgbClr val="FDFBF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7494474" y="1282819"/>
              <a:ext cx="449611" cy="449611"/>
            </a:xfrm>
            <a:custGeom>
              <a:avLst/>
              <a:gdLst/>
              <a:ahLst/>
              <a:cxnLst/>
              <a:rect l="0" t="0" r="0" b="0"/>
              <a:pathLst>
                <a:path w="449611" h="449611">
                  <a:moveTo>
                    <a:pt x="449611" y="224805"/>
                  </a:moveTo>
                  <a:cubicBezTo>
                    <a:pt x="449611" y="348962"/>
                    <a:pt x="348962" y="449611"/>
                    <a:pt x="224805" y="449611"/>
                  </a:cubicBezTo>
                  <a:cubicBezTo>
                    <a:pt x="100649" y="449611"/>
                    <a:pt x="0" y="348962"/>
                    <a:pt x="0" y="224805"/>
                  </a:cubicBezTo>
                  <a:cubicBezTo>
                    <a:pt x="0" y="100649"/>
                    <a:pt x="100649" y="0"/>
                    <a:pt x="224805" y="0"/>
                  </a:cubicBezTo>
                  <a:cubicBezTo>
                    <a:pt x="348962" y="0"/>
                    <a:pt x="449611" y="100649"/>
                    <a:pt x="449611" y="224805"/>
                  </a:cubicBezTo>
                  <a:close/>
                </a:path>
              </a:pathLst>
            </a:custGeom>
            <a:noFill/>
            <a:ln w="22481">
              <a:solidFill>
                <a:srgbClr val="FDFBF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718509" y="2182042"/>
            <a:ext cx="1483719" cy="899226"/>
            <a:chOff x="5718509" y="2182042"/>
            <a:chExt cx="1483719" cy="899226"/>
          </a:xfrm>
        </p:grpSpPr>
        <p:sp>
          <p:nvSpPr>
            <p:cNvPr id="12" name="Rounded Rectangle 11"/>
            <p:cNvSpPr/>
            <p:nvPr/>
          </p:nvSpPr>
          <p:spPr>
            <a:xfrm>
              <a:off x="6055713" y="2744055"/>
              <a:ext cx="809301" cy="224809"/>
            </a:xfrm>
            <a:custGeom>
              <a:avLst/>
              <a:gdLst/>
              <a:ahLst/>
              <a:cxnLst/>
              <a:rect l="0" t="0" r="0" b="0"/>
              <a:pathLst>
                <a:path w="809301" h="224809">
                  <a:moveTo>
                    <a:pt x="610752" y="202330"/>
                  </a:moveTo>
                  <a:cubicBezTo>
                    <a:pt x="622782" y="174793"/>
                    <a:pt x="629459" y="144379"/>
                    <a:pt x="629459" y="112404"/>
                  </a:cubicBezTo>
                  <a:cubicBezTo>
                    <a:pt x="629459" y="80429"/>
                    <a:pt x="622782" y="50015"/>
                    <a:pt x="610752" y="22479"/>
                  </a:cubicBezTo>
                  <a:lnTo>
                    <a:pt x="764343" y="22479"/>
                  </a:lnTo>
                  <a:lnTo>
                    <a:pt x="764343" y="14992"/>
                  </a:lnTo>
                  <a:cubicBezTo>
                    <a:pt x="764343" y="6715"/>
                    <a:pt x="771058" y="0"/>
                    <a:pt x="779335" y="0"/>
                  </a:cubicBezTo>
                  <a:lnTo>
                    <a:pt x="809301" y="0"/>
                  </a:lnTo>
                  <a:lnTo>
                    <a:pt x="809301" y="224809"/>
                  </a:lnTo>
                  <a:lnTo>
                    <a:pt x="779335" y="224809"/>
                  </a:lnTo>
                  <a:cubicBezTo>
                    <a:pt x="771058" y="224809"/>
                    <a:pt x="764343" y="218093"/>
                    <a:pt x="764343" y="209816"/>
                  </a:cubicBezTo>
                  <a:lnTo>
                    <a:pt x="764343" y="202330"/>
                  </a:lnTo>
                  <a:lnTo>
                    <a:pt x="610752" y="202330"/>
                  </a:lnTo>
                  <a:moveTo>
                    <a:pt x="198558" y="202330"/>
                  </a:moveTo>
                  <a:lnTo>
                    <a:pt x="44967" y="202330"/>
                  </a:lnTo>
                  <a:lnTo>
                    <a:pt x="44967" y="209816"/>
                  </a:lnTo>
                  <a:cubicBezTo>
                    <a:pt x="44967" y="218093"/>
                    <a:pt x="38252" y="224809"/>
                    <a:pt x="29975" y="224809"/>
                  </a:cubicBezTo>
                  <a:lnTo>
                    <a:pt x="0" y="224809"/>
                  </a:lnTo>
                  <a:lnTo>
                    <a:pt x="0" y="0"/>
                  </a:lnTo>
                  <a:lnTo>
                    <a:pt x="29975" y="0"/>
                  </a:lnTo>
                  <a:cubicBezTo>
                    <a:pt x="38252" y="0"/>
                    <a:pt x="44967" y="6715"/>
                    <a:pt x="44967" y="14992"/>
                  </a:cubicBezTo>
                  <a:lnTo>
                    <a:pt x="44967" y="22479"/>
                  </a:lnTo>
                  <a:lnTo>
                    <a:pt x="198558" y="22479"/>
                  </a:lnTo>
                  <a:cubicBezTo>
                    <a:pt x="186528" y="50015"/>
                    <a:pt x="179851" y="80429"/>
                    <a:pt x="179851" y="112404"/>
                  </a:cubicBezTo>
                  <a:cubicBezTo>
                    <a:pt x="179851" y="144379"/>
                    <a:pt x="186528" y="174793"/>
                    <a:pt x="198558" y="202330"/>
                  </a:cubicBezTo>
                </a:path>
              </a:pathLst>
            </a:custGeom>
            <a:solidFill>
              <a:srgbClr val="DB9941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5718509" y="2406851"/>
              <a:ext cx="224809" cy="224799"/>
            </a:xfrm>
            <a:custGeom>
              <a:avLst/>
              <a:gdLst/>
              <a:ahLst/>
              <a:cxnLst/>
              <a:rect l="0" t="0" r="0" b="0"/>
              <a:pathLst>
                <a:path w="224809" h="224799">
                  <a:moveTo>
                    <a:pt x="0" y="224799"/>
                  </a:moveTo>
                  <a:lnTo>
                    <a:pt x="0" y="194824"/>
                  </a:lnTo>
                  <a:cubicBezTo>
                    <a:pt x="0" y="186547"/>
                    <a:pt x="6705" y="179841"/>
                    <a:pt x="14982" y="179841"/>
                  </a:cubicBezTo>
                  <a:lnTo>
                    <a:pt x="22479" y="179841"/>
                  </a:lnTo>
                  <a:lnTo>
                    <a:pt x="22479" y="44957"/>
                  </a:lnTo>
                  <a:lnTo>
                    <a:pt x="14982" y="44957"/>
                  </a:lnTo>
                  <a:cubicBezTo>
                    <a:pt x="6705" y="44957"/>
                    <a:pt x="0" y="38252"/>
                    <a:pt x="0" y="29975"/>
                  </a:cubicBezTo>
                  <a:lnTo>
                    <a:pt x="0" y="0"/>
                  </a:lnTo>
                  <a:lnTo>
                    <a:pt x="224809" y="0"/>
                  </a:lnTo>
                  <a:lnTo>
                    <a:pt x="224809" y="29975"/>
                  </a:lnTo>
                  <a:cubicBezTo>
                    <a:pt x="224809" y="38252"/>
                    <a:pt x="218093" y="44957"/>
                    <a:pt x="209816" y="44957"/>
                  </a:cubicBezTo>
                  <a:lnTo>
                    <a:pt x="202320" y="44957"/>
                  </a:lnTo>
                  <a:lnTo>
                    <a:pt x="202320" y="179841"/>
                  </a:lnTo>
                  <a:lnTo>
                    <a:pt x="209816" y="179841"/>
                  </a:lnTo>
                  <a:cubicBezTo>
                    <a:pt x="218093" y="179841"/>
                    <a:pt x="224809" y="186547"/>
                    <a:pt x="224809" y="194824"/>
                  </a:cubicBezTo>
                  <a:lnTo>
                    <a:pt x="224809" y="224799"/>
                  </a:lnTo>
                  <a:lnTo>
                    <a:pt x="0" y="224799"/>
                  </a:lnTo>
                </a:path>
              </a:pathLst>
            </a:custGeom>
            <a:solidFill>
              <a:srgbClr val="DB9941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977419" y="2182042"/>
              <a:ext cx="224809" cy="449608"/>
            </a:xfrm>
            <a:custGeom>
              <a:avLst/>
              <a:gdLst/>
              <a:ahLst/>
              <a:cxnLst/>
              <a:rect l="0" t="0" r="0" b="0"/>
              <a:pathLst>
                <a:path w="224809" h="449608">
                  <a:moveTo>
                    <a:pt x="0" y="449608"/>
                  </a:moveTo>
                  <a:lnTo>
                    <a:pt x="0" y="419633"/>
                  </a:lnTo>
                  <a:cubicBezTo>
                    <a:pt x="0" y="411356"/>
                    <a:pt x="6715" y="404650"/>
                    <a:pt x="14992" y="404650"/>
                  </a:cubicBezTo>
                  <a:lnTo>
                    <a:pt x="22479" y="404650"/>
                  </a:lnTo>
                  <a:lnTo>
                    <a:pt x="22479" y="44957"/>
                  </a:lnTo>
                  <a:lnTo>
                    <a:pt x="14992" y="44957"/>
                  </a:lnTo>
                  <a:cubicBezTo>
                    <a:pt x="6715" y="44957"/>
                    <a:pt x="0" y="38252"/>
                    <a:pt x="0" y="29975"/>
                  </a:cubicBezTo>
                  <a:lnTo>
                    <a:pt x="0" y="0"/>
                  </a:lnTo>
                  <a:lnTo>
                    <a:pt x="224809" y="0"/>
                  </a:lnTo>
                  <a:lnTo>
                    <a:pt x="224809" y="29975"/>
                  </a:lnTo>
                  <a:cubicBezTo>
                    <a:pt x="224809" y="38252"/>
                    <a:pt x="218093" y="44957"/>
                    <a:pt x="209816" y="44957"/>
                  </a:cubicBezTo>
                  <a:lnTo>
                    <a:pt x="202330" y="44957"/>
                  </a:lnTo>
                  <a:lnTo>
                    <a:pt x="202330" y="404650"/>
                  </a:lnTo>
                  <a:lnTo>
                    <a:pt x="209816" y="404650"/>
                  </a:lnTo>
                  <a:cubicBezTo>
                    <a:pt x="218093" y="404650"/>
                    <a:pt x="224809" y="411356"/>
                    <a:pt x="224809" y="419633"/>
                  </a:cubicBezTo>
                  <a:lnTo>
                    <a:pt x="224809" y="449608"/>
                  </a:lnTo>
                  <a:lnTo>
                    <a:pt x="0" y="449608"/>
                  </a:lnTo>
                </a:path>
              </a:pathLst>
            </a:custGeom>
            <a:solidFill>
              <a:srgbClr val="DB9941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718509" y="2631650"/>
              <a:ext cx="337204" cy="337213"/>
            </a:xfrm>
            <a:custGeom>
              <a:avLst/>
              <a:gdLst/>
              <a:ahLst/>
              <a:cxnLst/>
              <a:rect l="0" t="0" r="0" b="0"/>
              <a:pathLst>
                <a:path w="337204" h="337213">
                  <a:moveTo>
                    <a:pt x="22479" y="134883"/>
                  </a:moveTo>
                  <a:cubicBezTo>
                    <a:pt x="22479" y="234210"/>
                    <a:pt x="103003" y="314734"/>
                    <a:pt x="202320" y="314734"/>
                  </a:cubicBezTo>
                  <a:lnTo>
                    <a:pt x="292246" y="314734"/>
                  </a:lnTo>
                  <a:lnTo>
                    <a:pt x="292246" y="322221"/>
                  </a:lnTo>
                  <a:cubicBezTo>
                    <a:pt x="292246" y="330498"/>
                    <a:pt x="298961" y="337213"/>
                    <a:pt x="307238" y="337213"/>
                  </a:cubicBezTo>
                  <a:lnTo>
                    <a:pt x="337204" y="337213"/>
                  </a:lnTo>
                  <a:lnTo>
                    <a:pt x="337204" y="112404"/>
                  </a:lnTo>
                  <a:lnTo>
                    <a:pt x="307238" y="112404"/>
                  </a:lnTo>
                  <a:cubicBezTo>
                    <a:pt x="298961" y="112404"/>
                    <a:pt x="292246" y="119119"/>
                    <a:pt x="292246" y="127396"/>
                  </a:cubicBezTo>
                  <a:lnTo>
                    <a:pt x="292246" y="134883"/>
                  </a:lnTo>
                  <a:lnTo>
                    <a:pt x="232295" y="134883"/>
                  </a:lnTo>
                  <a:cubicBezTo>
                    <a:pt x="215741" y="134883"/>
                    <a:pt x="202320" y="121462"/>
                    <a:pt x="202320" y="104908"/>
                  </a:cubicBezTo>
                  <a:lnTo>
                    <a:pt x="202320" y="44967"/>
                  </a:lnTo>
                  <a:lnTo>
                    <a:pt x="209816" y="44967"/>
                  </a:lnTo>
                  <a:cubicBezTo>
                    <a:pt x="218093" y="44967"/>
                    <a:pt x="224809" y="38252"/>
                    <a:pt x="224809" y="29975"/>
                  </a:cubicBezTo>
                  <a:lnTo>
                    <a:pt x="224809" y="0"/>
                  </a:lnTo>
                  <a:lnTo>
                    <a:pt x="0" y="0"/>
                  </a:lnTo>
                  <a:lnTo>
                    <a:pt x="0" y="29975"/>
                  </a:lnTo>
                  <a:cubicBezTo>
                    <a:pt x="0" y="38252"/>
                    <a:pt x="6705" y="44967"/>
                    <a:pt x="14982" y="44967"/>
                  </a:cubicBezTo>
                  <a:lnTo>
                    <a:pt x="22479" y="44967"/>
                  </a:lnTo>
                  <a:lnTo>
                    <a:pt x="22479" y="134883"/>
                  </a:lnTo>
                </a:path>
              </a:pathLst>
            </a:custGeom>
            <a:solidFill>
              <a:srgbClr val="DB9941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865014" y="2631650"/>
              <a:ext cx="337213" cy="337213"/>
            </a:xfrm>
            <a:custGeom>
              <a:avLst/>
              <a:gdLst/>
              <a:ahLst/>
              <a:cxnLst/>
              <a:rect l="0" t="0" r="0" b="0"/>
              <a:pathLst>
                <a:path w="337213" h="337213">
                  <a:moveTo>
                    <a:pt x="314734" y="134883"/>
                  </a:moveTo>
                  <a:cubicBezTo>
                    <a:pt x="314734" y="234210"/>
                    <a:pt x="234210" y="314734"/>
                    <a:pt x="134883" y="314734"/>
                  </a:cubicBezTo>
                  <a:lnTo>
                    <a:pt x="44967" y="314734"/>
                  </a:lnTo>
                  <a:lnTo>
                    <a:pt x="44967" y="322221"/>
                  </a:lnTo>
                  <a:cubicBezTo>
                    <a:pt x="44967" y="330498"/>
                    <a:pt x="38252" y="337213"/>
                    <a:pt x="29975" y="337213"/>
                  </a:cubicBezTo>
                  <a:lnTo>
                    <a:pt x="0" y="337213"/>
                  </a:lnTo>
                  <a:lnTo>
                    <a:pt x="0" y="112404"/>
                  </a:lnTo>
                  <a:lnTo>
                    <a:pt x="29975" y="112404"/>
                  </a:lnTo>
                  <a:cubicBezTo>
                    <a:pt x="38252" y="112404"/>
                    <a:pt x="44967" y="119119"/>
                    <a:pt x="44967" y="127396"/>
                  </a:cubicBezTo>
                  <a:lnTo>
                    <a:pt x="44967" y="134883"/>
                  </a:lnTo>
                  <a:lnTo>
                    <a:pt x="104917" y="134883"/>
                  </a:lnTo>
                  <a:cubicBezTo>
                    <a:pt x="121462" y="134883"/>
                    <a:pt x="134883" y="121462"/>
                    <a:pt x="134883" y="104908"/>
                  </a:cubicBezTo>
                  <a:lnTo>
                    <a:pt x="134883" y="44967"/>
                  </a:lnTo>
                  <a:lnTo>
                    <a:pt x="127396" y="44967"/>
                  </a:lnTo>
                  <a:cubicBezTo>
                    <a:pt x="119119" y="44967"/>
                    <a:pt x="112404" y="38252"/>
                    <a:pt x="112404" y="29975"/>
                  </a:cubicBezTo>
                  <a:lnTo>
                    <a:pt x="112404" y="0"/>
                  </a:lnTo>
                  <a:lnTo>
                    <a:pt x="337213" y="0"/>
                  </a:lnTo>
                  <a:lnTo>
                    <a:pt x="337213" y="29975"/>
                  </a:lnTo>
                  <a:cubicBezTo>
                    <a:pt x="337213" y="38252"/>
                    <a:pt x="330498" y="44967"/>
                    <a:pt x="322221" y="44967"/>
                  </a:cubicBezTo>
                  <a:lnTo>
                    <a:pt x="314734" y="44967"/>
                  </a:lnTo>
                  <a:lnTo>
                    <a:pt x="314734" y="134883"/>
                  </a:lnTo>
                </a:path>
              </a:pathLst>
            </a:custGeom>
            <a:solidFill>
              <a:srgbClr val="DB9941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235564" y="2631650"/>
              <a:ext cx="449608" cy="449618"/>
            </a:xfrm>
            <a:custGeom>
              <a:avLst/>
              <a:gdLst/>
              <a:ahLst/>
              <a:cxnLst/>
              <a:rect l="0" t="0" r="0" b="0"/>
              <a:pathLst>
                <a:path w="449608" h="449618">
                  <a:moveTo>
                    <a:pt x="449608" y="224809"/>
                  </a:moveTo>
                  <a:cubicBezTo>
                    <a:pt x="449608" y="348967"/>
                    <a:pt x="348957" y="449618"/>
                    <a:pt x="224799" y="449618"/>
                  </a:cubicBezTo>
                  <a:cubicBezTo>
                    <a:pt x="100650" y="449618"/>
                    <a:pt x="0" y="348967"/>
                    <a:pt x="0" y="224809"/>
                  </a:cubicBezTo>
                  <a:cubicBezTo>
                    <a:pt x="0" y="100650"/>
                    <a:pt x="100650" y="0"/>
                    <a:pt x="224799" y="0"/>
                  </a:cubicBezTo>
                  <a:cubicBezTo>
                    <a:pt x="348957" y="0"/>
                    <a:pt x="449608" y="100650"/>
                    <a:pt x="449608" y="224809"/>
                  </a:cubicBezTo>
                </a:path>
              </a:pathLst>
            </a:custGeom>
            <a:solidFill>
              <a:srgbClr val="DB9941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5718509" y="2182042"/>
            <a:ext cx="1483717" cy="899222"/>
            <a:chOff x="5718509" y="2182042"/>
            <a:chExt cx="1483717" cy="899222"/>
          </a:xfrm>
        </p:grpSpPr>
        <p:sp>
          <p:nvSpPr>
            <p:cNvPr id="19" name="Rounded Rectangle 18"/>
            <p:cNvSpPr/>
            <p:nvPr/>
          </p:nvSpPr>
          <p:spPr>
            <a:xfrm>
              <a:off x="6055718" y="2744056"/>
              <a:ext cx="809300" cy="224805"/>
            </a:xfrm>
            <a:custGeom>
              <a:avLst/>
              <a:gdLst/>
              <a:ahLst/>
              <a:cxnLst/>
              <a:rect l="0" t="0" r="0" b="0"/>
              <a:pathLst>
                <a:path w="809300" h="224805">
                  <a:moveTo>
                    <a:pt x="610749" y="202325"/>
                  </a:moveTo>
                  <a:cubicBezTo>
                    <a:pt x="622781" y="174787"/>
                    <a:pt x="629455" y="144374"/>
                    <a:pt x="629455" y="112402"/>
                  </a:cubicBezTo>
                  <a:cubicBezTo>
                    <a:pt x="629455" y="80430"/>
                    <a:pt x="622781" y="50017"/>
                    <a:pt x="610749" y="22480"/>
                  </a:cubicBezTo>
                  <a:lnTo>
                    <a:pt x="764339" y="22480"/>
                  </a:lnTo>
                  <a:lnTo>
                    <a:pt x="764339" y="14987"/>
                  </a:lnTo>
                  <a:cubicBezTo>
                    <a:pt x="764339" y="6709"/>
                    <a:pt x="771049" y="0"/>
                    <a:pt x="779326" y="0"/>
                  </a:cubicBezTo>
                  <a:lnTo>
                    <a:pt x="809300" y="0"/>
                  </a:lnTo>
                  <a:lnTo>
                    <a:pt x="809300" y="224805"/>
                  </a:lnTo>
                  <a:lnTo>
                    <a:pt x="779326" y="224805"/>
                  </a:lnTo>
                  <a:cubicBezTo>
                    <a:pt x="771049" y="224805"/>
                    <a:pt x="764339" y="218096"/>
                    <a:pt x="764339" y="209818"/>
                  </a:cubicBezTo>
                  <a:lnTo>
                    <a:pt x="764339" y="202325"/>
                  </a:lnTo>
                  <a:lnTo>
                    <a:pt x="610749" y="202325"/>
                  </a:lnTo>
                  <a:close/>
                  <a:moveTo>
                    <a:pt x="198550" y="202325"/>
                  </a:moveTo>
                  <a:lnTo>
                    <a:pt x="44961" y="202325"/>
                  </a:lnTo>
                  <a:lnTo>
                    <a:pt x="44961" y="209818"/>
                  </a:lnTo>
                  <a:cubicBezTo>
                    <a:pt x="44961" y="218096"/>
                    <a:pt x="38251" y="224805"/>
                    <a:pt x="29974" y="224805"/>
                  </a:cubicBezTo>
                  <a:lnTo>
                    <a:pt x="0" y="224805"/>
                  </a:lnTo>
                  <a:lnTo>
                    <a:pt x="0" y="0"/>
                  </a:lnTo>
                  <a:lnTo>
                    <a:pt x="29974" y="0"/>
                  </a:lnTo>
                  <a:cubicBezTo>
                    <a:pt x="38251" y="0"/>
                    <a:pt x="44961" y="6709"/>
                    <a:pt x="44961" y="14987"/>
                  </a:cubicBezTo>
                  <a:lnTo>
                    <a:pt x="44961" y="22480"/>
                  </a:lnTo>
                  <a:lnTo>
                    <a:pt x="198550" y="22480"/>
                  </a:lnTo>
                  <a:cubicBezTo>
                    <a:pt x="186519" y="50017"/>
                    <a:pt x="179844" y="80430"/>
                    <a:pt x="179844" y="112402"/>
                  </a:cubicBezTo>
                  <a:cubicBezTo>
                    <a:pt x="179844" y="144374"/>
                    <a:pt x="186519" y="174787"/>
                    <a:pt x="198550" y="202325"/>
                  </a:cubicBezTo>
                  <a:close/>
                  <a:moveTo>
                    <a:pt x="764339" y="22480"/>
                  </a:moveTo>
                  <a:lnTo>
                    <a:pt x="764339" y="202325"/>
                  </a:lnTo>
                  <a:moveTo>
                    <a:pt x="44961" y="202325"/>
                  </a:moveTo>
                  <a:lnTo>
                    <a:pt x="44961" y="22480"/>
                  </a:lnTo>
                </a:path>
              </a:pathLst>
            </a:custGeom>
            <a:noFill/>
            <a:ln w="22481">
              <a:solidFill>
                <a:srgbClr val="FDFBF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5718509" y="2406848"/>
              <a:ext cx="224805" cy="224805"/>
            </a:xfrm>
            <a:custGeom>
              <a:avLst/>
              <a:gdLst/>
              <a:ahLst/>
              <a:cxnLst/>
              <a:rect l="0" t="0" r="0" b="0"/>
              <a:pathLst>
                <a:path w="224805" h="224805">
                  <a:moveTo>
                    <a:pt x="0" y="224805"/>
                  </a:moveTo>
                  <a:lnTo>
                    <a:pt x="0" y="194831"/>
                  </a:lnTo>
                  <a:cubicBezTo>
                    <a:pt x="0" y="186554"/>
                    <a:pt x="6709" y="179844"/>
                    <a:pt x="14987" y="179844"/>
                  </a:cubicBezTo>
                  <a:lnTo>
                    <a:pt x="22480" y="179844"/>
                  </a:lnTo>
                  <a:lnTo>
                    <a:pt x="22480" y="44961"/>
                  </a:lnTo>
                  <a:lnTo>
                    <a:pt x="14987" y="44961"/>
                  </a:lnTo>
                  <a:cubicBezTo>
                    <a:pt x="6709" y="44961"/>
                    <a:pt x="0" y="38251"/>
                    <a:pt x="0" y="29974"/>
                  </a:cubicBezTo>
                  <a:lnTo>
                    <a:pt x="0" y="0"/>
                  </a:lnTo>
                  <a:lnTo>
                    <a:pt x="224805" y="0"/>
                  </a:lnTo>
                  <a:lnTo>
                    <a:pt x="224805" y="29974"/>
                  </a:lnTo>
                  <a:cubicBezTo>
                    <a:pt x="224805" y="38251"/>
                    <a:pt x="218095" y="44961"/>
                    <a:pt x="209818" y="44961"/>
                  </a:cubicBezTo>
                  <a:lnTo>
                    <a:pt x="202325" y="44961"/>
                  </a:lnTo>
                  <a:lnTo>
                    <a:pt x="202325" y="179844"/>
                  </a:lnTo>
                  <a:lnTo>
                    <a:pt x="209818" y="179844"/>
                  </a:lnTo>
                  <a:cubicBezTo>
                    <a:pt x="218095" y="179844"/>
                    <a:pt x="224805" y="186554"/>
                    <a:pt x="224805" y="194831"/>
                  </a:cubicBezTo>
                  <a:lnTo>
                    <a:pt x="224805" y="224805"/>
                  </a:lnTo>
                  <a:lnTo>
                    <a:pt x="0" y="224805"/>
                  </a:lnTo>
                  <a:close/>
                  <a:moveTo>
                    <a:pt x="22480" y="179844"/>
                  </a:moveTo>
                  <a:lnTo>
                    <a:pt x="202325" y="179844"/>
                  </a:lnTo>
                  <a:moveTo>
                    <a:pt x="22480" y="44961"/>
                  </a:moveTo>
                  <a:lnTo>
                    <a:pt x="202325" y="44961"/>
                  </a:lnTo>
                </a:path>
              </a:pathLst>
            </a:custGeom>
            <a:noFill/>
            <a:ln w="22481">
              <a:solidFill>
                <a:srgbClr val="FDFBF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6977421" y="2182042"/>
              <a:ext cx="224805" cy="449611"/>
            </a:xfrm>
            <a:custGeom>
              <a:avLst/>
              <a:gdLst/>
              <a:ahLst/>
              <a:cxnLst/>
              <a:rect l="0" t="0" r="0" b="0"/>
              <a:pathLst>
                <a:path w="224805" h="449611">
                  <a:moveTo>
                    <a:pt x="0" y="449611"/>
                  </a:moveTo>
                  <a:lnTo>
                    <a:pt x="0" y="419637"/>
                  </a:lnTo>
                  <a:cubicBezTo>
                    <a:pt x="0" y="411359"/>
                    <a:pt x="6709" y="404650"/>
                    <a:pt x="14987" y="404650"/>
                  </a:cubicBezTo>
                  <a:lnTo>
                    <a:pt x="22480" y="404650"/>
                  </a:lnTo>
                  <a:lnTo>
                    <a:pt x="22480" y="44961"/>
                  </a:lnTo>
                  <a:lnTo>
                    <a:pt x="14987" y="44961"/>
                  </a:lnTo>
                  <a:cubicBezTo>
                    <a:pt x="6709" y="44961"/>
                    <a:pt x="0" y="38251"/>
                    <a:pt x="0" y="29974"/>
                  </a:cubicBezTo>
                  <a:lnTo>
                    <a:pt x="0" y="0"/>
                  </a:lnTo>
                  <a:lnTo>
                    <a:pt x="224805" y="0"/>
                  </a:lnTo>
                  <a:lnTo>
                    <a:pt x="224805" y="29974"/>
                  </a:lnTo>
                  <a:cubicBezTo>
                    <a:pt x="224805" y="38251"/>
                    <a:pt x="218095" y="44961"/>
                    <a:pt x="209818" y="44961"/>
                  </a:cubicBezTo>
                  <a:lnTo>
                    <a:pt x="202325" y="44961"/>
                  </a:lnTo>
                  <a:lnTo>
                    <a:pt x="202325" y="404650"/>
                  </a:lnTo>
                  <a:lnTo>
                    <a:pt x="209818" y="404650"/>
                  </a:lnTo>
                  <a:cubicBezTo>
                    <a:pt x="218095" y="404650"/>
                    <a:pt x="224805" y="411359"/>
                    <a:pt x="224805" y="419637"/>
                  </a:cubicBezTo>
                  <a:lnTo>
                    <a:pt x="224805" y="449611"/>
                  </a:lnTo>
                  <a:lnTo>
                    <a:pt x="0" y="449611"/>
                  </a:lnTo>
                  <a:close/>
                  <a:moveTo>
                    <a:pt x="22480" y="404650"/>
                  </a:moveTo>
                  <a:lnTo>
                    <a:pt x="202325" y="404650"/>
                  </a:lnTo>
                  <a:moveTo>
                    <a:pt x="22480" y="44961"/>
                  </a:moveTo>
                  <a:lnTo>
                    <a:pt x="202325" y="44961"/>
                  </a:lnTo>
                </a:path>
              </a:pathLst>
            </a:custGeom>
            <a:noFill/>
            <a:ln w="22481">
              <a:solidFill>
                <a:srgbClr val="FDFBF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5718509" y="2631653"/>
              <a:ext cx="337208" cy="337208"/>
            </a:xfrm>
            <a:custGeom>
              <a:avLst/>
              <a:gdLst/>
              <a:ahLst/>
              <a:cxnLst/>
              <a:rect l="0" t="0" r="0" b="0"/>
              <a:pathLst>
                <a:path w="337208" h="337208">
                  <a:moveTo>
                    <a:pt x="22480" y="134883"/>
                  </a:moveTo>
                  <a:cubicBezTo>
                    <a:pt x="22480" y="234208"/>
                    <a:pt x="102999" y="314727"/>
                    <a:pt x="202325" y="314727"/>
                  </a:cubicBezTo>
                  <a:lnTo>
                    <a:pt x="292247" y="314727"/>
                  </a:lnTo>
                  <a:lnTo>
                    <a:pt x="292247" y="322221"/>
                  </a:lnTo>
                  <a:cubicBezTo>
                    <a:pt x="292247" y="330498"/>
                    <a:pt x="298957" y="337208"/>
                    <a:pt x="307234" y="337208"/>
                  </a:cubicBezTo>
                  <a:lnTo>
                    <a:pt x="337208" y="337208"/>
                  </a:lnTo>
                  <a:lnTo>
                    <a:pt x="337208" y="112402"/>
                  </a:lnTo>
                  <a:lnTo>
                    <a:pt x="307234" y="112402"/>
                  </a:lnTo>
                  <a:cubicBezTo>
                    <a:pt x="298957" y="112402"/>
                    <a:pt x="292247" y="119112"/>
                    <a:pt x="292247" y="127389"/>
                  </a:cubicBezTo>
                  <a:lnTo>
                    <a:pt x="292247" y="134883"/>
                  </a:lnTo>
                  <a:lnTo>
                    <a:pt x="232299" y="134883"/>
                  </a:lnTo>
                  <a:cubicBezTo>
                    <a:pt x="215745" y="134883"/>
                    <a:pt x="202325" y="121463"/>
                    <a:pt x="202325" y="104909"/>
                  </a:cubicBezTo>
                  <a:lnTo>
                    <a:pt x="202325" y="44961"/>
                  </a:lnTo>
                  <a:lnTo>
                    <a:pt x="209818" y="44961"/>
                  </a:lnTo>
                  <a:cubicBezTo>
                    <a:pt x="218095" y="44961"/>
                    <a:pt x="224805" y="38251"/>
                    <a:pt x="224805" y="29974"/>
                  </a:cubicBezTo>
                  <a:lnTo>
                    <a:pt x="224805" y="0"/>
                  </a:lnTo>
                  <a:lnTo>
                    <a:pt x="0" y="0"/>
                  </a:lnTo>
                  <a:lnTo>
                    <a:pt x="0" y="29974"/>
                  </a:lnTo>
                  <a:cubicBezTo>
                    <a:pt x="0" y="38251"/>
                    <a:pt x="6709" y="44961"/>
                    <a:pt x="14987" y="44961"/>
                  </a:cubicBezTo>
                  <a:lnTo>
                    <a:pt x="22480" y="44961"/>
                  </a:lnTo>
                  <a:close/>
                  <a:moveTo>
                    <a:pt x="292247" y="134883"/>
                  </a:moveTo>
                  <a:lnTo>
                    <a:pt x="292247" y="314727"/>
                  </a:lnTo>
                  <a:moveTo>
                    <a:pt x="202325" y="44961"/>
                  </a:moveTo>
                  <a:lnTo>
                    <a:pt x="22480" y="44961"/>
                  </a:lnTo>
                </a:path>
              </a:pathLst>
            </a:custGeom>
            <a:noFill/>
            <a:ln w="22481">
              <a:solidFill>
                <a:srgbClr val="FDFBF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6865018" y="2631653"/>
              <a:ext cx="337208" cy="337208"/>
            </a:xfrm>
            <a:custGeom>
              <a:avLst/>
              <a:gdLst/>
              <a:ahLst/>
              <a:cxnLst/>
              <a:rect l="0" t="0" r="0" b="0"/>
              <a:pathLst>
                <a:path w="337208" h="337208">
                  <a:moveTo>
                    <a:pt x="314728" y="134883"/>
                  </a:moveTo>
                  <a:cubicBezTo>
                    <a:pt x="314728" y="234208"/>
                    <a:pt x="234208" y="314727"/>
                    <a:pt x="134883" y="314727"/>
                  </a:cubicBezTo>
                  <a:lnTo>
                    <a:pt x="44961" y="314727"/>
                  </a:lnTo>
                  <a:lnTo>
                    <a:pt x="44961" y="322221"/>
                  </a:lnTo>
                  <a:cubicBezTo>
                    <a:pt x="44961" y="330498"/>
                    <a:pt x="38251" y="337208"/>
                    <a:pt x="29974" y="337208"/>
                  </a:cubicBezTo>
                  <a:lnTo>
                    <a:pt x="0" y="337208"/>
                  </a:lnTo>
                  <a:lnTo>
                    <a:pt x="0" y="112402"/>
                  </a:lnTo>
                  <a:lnTo>
                    <a:pt x="29974" y="112402"/>
                  </a:lnTo>
                  <a:cubicBezTo>
                    <a:pt x="38251" y="112402"/>
                    <a:pt x="44961" y="119112"/>
                    <a:pt x="44961" y="127389"/>
                  </a:cubicBezTo>
                  <a:lnTo>
                    <a:pt x="44961" y="134883"/>
                  </a:lnTo>
                  <a:lnTo>
                    <a:pt x="104909" y="134883"/>
                  </a:lnTo>
                  <a:cubicBezTo>
                    <a:pt x="121463" y="134883"/>
                    <a:pt x="134883" y="121463"/>
                    <a:pt x="134883" y="104909"/>
                  </a:cubicBezTo>
                  <a:lnTo>
                    <a:pt x="134883" y="44961"/>
                  </a:lnTo>
                  <a:lnTo>
                    <a:pt x="127389" y="44961"/>
                  </a:lnTo>
                  <a:cubicBezTo>
                    <a:pt x="119112" y="44961"/>
                    <a:pt x="112402" y="38251"/>
                    <a:pt x="112402" y="29974"/>
                  </a:cubicBezTo>
                  <a:lnTo>
                    <a:pt x="112402" y="0"/>
                  </a:lnTo>
                  <a:lnTo>
                    <a:pt x="337208" y="0"/>
                  </a:lnTo>
                  <a:lnTo>
                    <a:pt x="337208" y="29974"/>
                  </a:lnTo>
                  <a:cubicBezTo>
                    <a:pt x="337208" y="38251"/>
                    <a:pt x="330498" y="44961"/>
                    <a:pt x="322221" y="44961"/>
                  </a:cubicBezTo>
                  <a:lnTo>
                    <a:pt x="314728" y="44961"/>
                  </a:lnTo>
                  <a:lnTo>
                    <a:pt x="314728" y="134883"/>
                  </a:lnTo>
                  <a:close/>
                  <a:moveTo>
                    <a:pt x="44961" y="314727"/>
                  </a:moveTo>
                  <a:lnTo>
                    <a:pt x="44961" y="134883"/>
                  </a:lnTo>
                  <a:moveTo>
                    <a:pt x="134883" y="44961"/>
                  </a:moveTo>
                  <a:lnTo>
                    <a:pt x="314728" y="44961"/>
                  </a:lnTo>
                </a:path>
              </a:pathLst>
            </a:custGeom>
            <a:noFill/>
            <a:ln w="22481">
              <a:solidFill>
                <a:srgbClr val="FDFBF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6235562" y="2631653"/>
              <a:ext cx="449611" cy="449611"/>
            </a:xfrm>
            <a:custGeom>
              <a:avLst/>
              <a:gdLst/>
              <a:ahLst/>
              <a:cxnLst/>
              <a:rect l="0" t="0" r="0" b="0"/>
              <a:pathLst>
                <a:path w="449611" h="449611">
                  <a:moveTo>
                    <a:pt x="449611" y="224805"/>
                  </a:moveTo>
                  <a:cubicBezTo>
                    <a:pt x="449611" y="348962"/>
                    <a:pt x="348962" y="449611"/>
                    <a:pt x="224805" y="449611"/>
                  </a:cubicBezTo>
                  <a:cubicBezTo>
                    <a:pt x="100649" y="449611"/>
                    <a:pt x="0" y="348962"/>
                    <a:pt x="0" y="224805"/>
                  </a:cubicBezTo>
                  <a:cubicBezTo>
                    <a:pt x="0" y="100649"/>
                    <a:pt x="100649" y="0"/>
                    <a:pt x="224805" y="0"/>
                  </a:cubicBezTo>
                  <a:cubicBezTo>
                    <a:pt x="348962" y="0"/>
                    <a:pt x="449611" y="100649"/>
                    <a:pt x="449611" y="224805"/>
                  </a:cubicBezTo>
                  <a:close/>
                </a:path>
              </a:pathLst>
            </a:custGeom>
            <a:noFill/>
            <a:ln w="22481">
              <a:solidFill>
                <a:srgbClr val="FDFBF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4459596" y="1732431"/>
            <a:ext cx="1483719" cy="674418"/>
            <a:chOff x="4459596" y="1732431"/>
            <a:chExt cx="1483719" cy="674418"/>
          </a:xfrm>
        </p:grpSpPr>
        <p:sp>
          <p:nvSpPr>
            <p:cNvPr id="26" name="Rounded Rectangle 25"/>
            <p:cNvSpPr/>
            <p:nvPr/>
          </p:nvSpPr>
          <p:spPr>
            <a:xfrm>
              <a:off x="4796801" y="1844835"/>
              <a:ext cx="809301" cy="224799"/>
            </a:xfrm>
            <a:custGeom>
              <a:avLst/>
              <a:gdLst/>
              <a:ahLst/>
              <a:cxnLst/>
              <a:rect l="0" t="0" r="0" b="0"/>
              <a:pathLst>
                <a:path w="809301" h="224799">
                  <a:moveTo>
                    <a:pt x="610752" y="202320"/>
                  </a:moveTo>
                  <a:cubicBezTo>
                    <a:pt x="622782" y="174783"/>
                    <a:pt x="629459" y="144370"/>
                    <a:pt x="629459" y="112404"/>
                  </a:cubicBezTo>
                  <a:cubicBezTo>
                    <a:pt x="629459" y="80429"/>
                    <a:pt x="622782" y="50015"/>
                    <a:pt x="610752" y="22479"/>
                  </a:cubicBezTo>
                  <a:lnTo>
                    <a:pt x="764343" y="22479"/>
                  </a:lnTo>
                  <a:lnTo>
                    <a:pt x="764343" y="14982"/>
                  </a:lnTo>
                  <a:cubicBezTo>
                    <a:pt x="764343" y="6705"/>
                    <a:pt x="771058" y="0"/>
                    <a:pt x="779335" y="0"/>
                  </a:cubicBezTo>
                  <a:lnTo>
                    <a:pt x="809301" y="0"/>
                  </a:lnTo>
                  <a:lnTo>
                    <a:pt x="809301" y="224799"/>
                  </a:lnTo>
                  <a:lnTo>
                    <a:pt x="779335" y="224799"/>
                  </a:lnTo>
                  <a:cubicBezTo>
                    <a:pt x="771058" y="224799"/>
                    <a:pt x="764343" y="218093"/>
                    <a:pt x="764343" y="209816"/>
                  </a:cubicBezTo>
                  <a:lnTo>
                    <a:pt x="764343" y="202320"/>
                  </a:lnTo>
                  <a:lnTo>
                    <a:pt x="610752" y="202320"/>
                  </a:lnTo>
                  <a:moveTo>
                    <a:pt x="198558" y="202320"/>
                  </a:moveTo>
                  <a:lnTo>
                    <a:pt x="44967" y="202320"/>
                  </a:lnTo>
                  <a:lnTo>
                    <a:pt x="44967" y="209816"/>
                  </a:lnTo>
                  <a:cubicBezTo>
                    <a:pt x="44967" y="218093"/>
                    <a:pt x="38252" y="224799"/>
                    <a:pt x="29975" y="224799"/>
                  </a:cubicBezTo>
                  <a:lnTo>
                    <a:pt x="0" y="224799"/>
                  </a:lnTo>
                  <a:lnTo>
                    <a:pt x="0" y="0"/>
                  </a:lnTo>
                  <a:lnTo>
                    <a:pt x="29975" y="0"/>
                  </a:lnTo>
                  <a:cubicBezTo>
                    <a:pt x="38252" y="0"/>
                    <a:pt x="44967" y="6705"/>
                    <a:pt x="44967" y="14982"/>
                  </a:cubicBezTo>
                  <a:lnTo>
                    <a:pt x="44967" y="22479"/>
                  </a:lnTo>
                  <a:lnTo>
                    <a:pt x="198558" y="22479"/>
                  </a:lnTo>
                  <a:cubicBezTo>
                    <a:pt x="186528" y="50015"/>
                    <a:pt x="179851" y="80429"/>
                    <a:pt x="179851" y="112404"/>
                  </a:cubicBezTo>
                  <a:cubicBezTo>
                    <a:pt x="179851" y="144370"/>
                    <a:pt x="186528" y="174783"/>
                    <a:pt x="198558" y="202320"/>
                  </a:cubicBezTo>
                </a:path>
              </a:pathLst>
            </a:custGeom>
            <a:solidFill>
              <a:srgbClr val="DB9941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5718506" y="2182040"/>
              <a:ext cx="224809" cy="224809"/>
            </a:xfrm>
            <a:custGeom>
              <a:avLst/>
              <a:gdLst/>
              <a:ahLst/>
              <a:cxnLst/>
              <a:rect l="0" t="0" r="0" b="0"/>
              <a:pathLst>
                <a:path w="224809" h="224809">
                  <a:moveTo>
                    <a:pt x="0" y="224809"/>
                  </a:moveTo>
                  <a:lnTo>
                    <a:pt x="0" y="194833"/>
                  </a:lnTo>
                  <a:cubicBezTo>
                    <a:pt x="0" y="186556"/>
                    <a:pt x="6715" y="179851"/>
                    <a:pt x="14992" y="179851"/>
                  </a:cubicBezTo>
                  <a:lnTo>
                    <a:pt x="22479" y="179851"/>
                  </a:lnTo>
                  <a:lnTo>
                    <a:pt x="22479" y="44967"/>
                  </a:lnTo>
                  <a:lnTo>
                    <a:pt x="14992" y="44967"/>
                  </a:lnTo>
                  <a:cubicBezTo>
                    <a:pt x="6715" y="44967"/>
                    <a:pt x="0" y="38252"/>
                    <a:pt x="0" y="29975"/>
                  </a:cubicBezTo>
                  <a:lnTo>
                    <a:pt x="0" y="0"/>
                  </a:lnTo>
                  <a:lnTo>
                    <a:pt x="224809" y="0"/>
                  </a:lnTo>
                  <a:lnTo>
                    <a:pt x="224809" y="29975"/>
                  </a:lnTo>
                  <a:cubicBezTo>
                    <a:pt x="224809" y="38252"/>
                    <a:pt x="218093" y="44967"/>
                    <a:pt x="209816" y="44967"/>
                  </a:cubicBezTo>
                  <a:lnTo>
                    <a:pt x="202330" y="44967"/>
                  </a:lnTo>
                  <a:lnTo>
                    <a:pt x="202330" y="179851"/>
                  </a:lnTo>
                  <a:lnTo>
                    <a:pt x="209816" y="179851"/>
                  </a:lnTo>
                  <a:cubicBezTo>
                    <a:pt x="218093" y="179851"/>
                    <a:pt x="224809" y="186556"/>
                    <a:pt x="224809" y="194833"/>
                  </a:cubicBezTo>
                  <a:lnTo>
                    <a:pt x="224809" y="224809"/>
                  </a:lnTo>
                  <a:lnTo>
                    <a:pt x="0" y="224809"/>
                  </a:lnTo>
                </a:path>
              </a:pathLst>
            </a:custGeom>
            <a:solidFill>
              <a:srgbClr val="DB9941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4459596" y="1844835"/>
              <a:ext cx="337204" cy="337204"/>
            </a:xfrm>
            <a:custGeom>
              <a:avLst/>
              <a:gdLst/>
              <a:ahLst/>
              <a:cxnLst/>
              <a:rect l="0" t="0" r="0" b="0"/>
              <a:pathLst>
                <a:path w="337204" h="337204">
                  <a:moveTo>
                    <a:pt x="22479" y="202320"/>
                  </a:moveTo>
                  <a:cubicBezTo>
                    <a:pt x="22479" y="102993"/>
                    <a:pt x="103003" y="22479"/>
                    <a:pt x="202320" y="22479"/>
                  </a:cubicBezTo>
                  <a:lnTo>
                    <a:pt x="292246" y="22479"/>
                  </a:lnTo>
                  <a:lnTo>
                    <a:pt x="292246" y="14982"/>
                  </a:lnTo>
                  <a:cubicBezTo>
                    <a:pt x="292246" y="6705"/>
                    <a:pt x="298961" y="0"/>
                    <a:pt x="307238" y="0"/>
                  </a:cubicBezTo>
                  <a:lnTo>
                    <a:pt x="337204" y="0"/>
                  </a:lnTo>
                  <a:lnTo>
                    <a:pt x="337204" y="224799"/>
                  </a:lnTo>
                  <a:lnTo>
                    <a:pt x="307238" y="224799"/>
                  </a:lnTo>
                  <a:cubicBezTo>
                    <a:pt x="298961" y="224799"/>
                    <a:pt x="292246" y="218093"/>
                    <a:pt x="292246" y="209816"/>
                  </a:cubicBezTo>
                  <a:lnTo>
                    <a:pt x="292246" y="202320"/>
                  </a:lnTo>
                  <a:lnTo>
                    <a:pt x="232295" y="202320"/>
                  </a:lnTo>
                  <a:cubicBezTo>
                    <a:pt x="215741" y="202320"/>
                    <a:pt x="202320" y="215741"/>
                    <a:pt x="202320" y="232295"/>
                  </a:cubicBezTo>
                  <a:lnTo>
                    <a:pt x="202320" y="292246"/>
                  </a:lnTo>
                  <a:lnTo>
                    <a:pt x="209816" y="292246"/>
                  </a:lnTo>
                  <a:cubicBezTo>
                    <a:pt x="218093" y="292246"/>
                    <a:pt x="224809" y="298951"/>
                    <a:pt x="224809" y="307228"/>
                  </a:cubicBezTo>
                  <a:lnTo>
                    <a:pt x="224809" y="337204"/>
                  </a:lnTo>
                  <a:lnTo>
                    <a:pt x="0" y="337204"/>
                  </a:lnTo>
                  <a:lnTo>
                    <a:pt x="0" y="307228"/>
                  </a:lnTo>
                  <a:cubicBezTo>
                    <a:pt x="0" y="298951"/>
                    <a:pt x="6705" y="292246"/>
                    <a:pt x="14982" y="292246"/>
                  </a:cubicBezTo>
                  <a:lnTo>
                    <a:pt x="22479" y="292246"/>
                  </a:lnTo>
                  <a:lnTo>
                    <a:pt x="22479" y="202320"/>
                  </a:lnTo>
                </a:path>
              </a:pathLst>
            </a:custGeom>
            <a:solidFill>
              <a:srgbClr val="DB9941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5606102" y="1844835"/>
              <a:ext cx="337213" cy="337204"/>
            </a:xfrm>
            <a:custGeom>
              <a:avLst/>
              <a:gdLst/>
              <a:ahLst/>
              <a:cxnLst/>
              <a:rect l="0" t="0" r="0" b="0"/>
              <a:pathLst>
                <a:path w="337213" h="337204">
                  <a:moveTo>
                    <a:pt x="314734" y="202320"/>
                  </a:moveTo>
                  <a:cubicBezTo>
                    <a:pt x="314734" y="102993"/>
                    <a:pt x="234210" y="22479"/>
                    <a:pt x="134883" y="22479"/>
                  </a:cubicBezTo>
                  <a:lnTo>
                    <a:pt x="44967" y="22479"/>
                  </a:lnTo>
                  <a:lnTo>
                    <a:pt x="44967" y="14982"/>
                  </a:lnTo>
                  <a:cubicBezTo>
                    <a:pt x="44967" y="6705"/>
                    <a:pt x="38252" y="0"/>
                    <a:pt x="29975" y="0"/>
                  </a:cubicBezTo>
                  <a:lnTo>
                    <a:pt x="0" y="0"/>
                  </a:lnTo>
                  <a:lnTo>
                    <a:pt x="0" y="224799"/>
                  </a:lnTo>
                  <a:lnTo>
                    <a:pt x="29975" y="224799"/>
                  </a:lnTo>
                  <a:cubicBezTo>
                    <a:pt x="38252" y="224799"/>
                    <a:pt x="44967" y="218093"/>
                    <a:pt x="44967" y="209816"/>
                  </a:cubicBezTo>
                  <a:lnTo>
                    <a:pt x="44967" y="202320"/>
                  </a:lnTo>
                  <a:lnTo>
                    <a:pt x="104917" y="202320"/>
                  </a:lnTo>
                  <a:cubicBezTo>
                    <a:pt x="121462" y="202320"/>
                    <a:pt x="134883" y="215741"/>
                    <a:pt x="134883" y="232295"/>
                  </a:cubicBezTo>
                  <a:lnTo>
                    <a:pt x="134883" y="292246"/>
                  </a:lnTo>
                  <a:lnTo>
                    <a:pt x="127396" y="292246"/>
                  </a:lnTo>
                  <a:cubicBezTo>
                    <a:pt x="119119" y="292246"/>
                    <a:pt x="112404" y="298951"/>
                    <a:pt x="112404" y="307228"/>
                  </a:cubicBezTo>
                  <a:lnTo>
                    <a:pt x="112404" y="337204"/>
                  </a:lnTo>
                  <a:lnTo>
                    <a:pt x="337213" y="337204"/>
                  </a:lnTo>
                  <a:lnTo>
                    <a:pt x="337213" y="307228"/>
                  </a:lnTo>
                  <a:cubicBezTo>
                    <a:pt x="337213" y="298951"/>
                    <a:pt x="330498" y="292246"/>
                    <a:pt x="322221" y="292246"/>
                  </a:cubicBezTo>
                  <a:lnTo>
                    <a:pt x="314734" y="292246"/>
                  </a:lnTo>
                  <a:lnTo>
                    <a:pt x="314734" y="202320"/>
                  </a:lnTo>
                </a:path>
              </a:pathLst>
            </a:custGeom>
            <a:solidFill>
              <a:srgbClr val="DB9941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4976652" y="1732431"/>
              <a:ext cx="449608" cy="449608"/>
            </a:xfrm>
            <a:custGeom>
              <a:avLst/>
              <a:gdLst/>
              <a:ahLst/>
              <a:cxnLst/>
              <a:rect l="0" t="0" r="0" b="0"/>
              <a:pathLst>
                <a:path w="449608" h="449608">
                  <a:moveTo>
                    <a:pt x="449608" y="224809"/>
                  </a:moveTo>
                  <a:cubicBezTo>
                    <a:pt x="449608" y="348957"/>
                    <a:pt x="348957" y="449608"/>
                    <a:pt x="224799" y="449608"/>
                  </a:cubicBezTo>
                  <a:cubicBezTo>
                    <a:pt x="100650" y="449608"/>
                    <a:pt x="0" y="348957"/>
                    <a:pt x="0" y="224809"/>
                  </a:cubicBezTo>
                  <a:cubicBezTo>
                    <a:pt x="0" y="100650"/>
                    <a:pt x="100650" y="0"/>
                    <a:pt x="224799" y="0"/>
                  </a:cubicBezTo>
                  <a:cubicBezTo>
                    <a:pt x="348957" y="0"/>
                    <a:pt x="449608" y="100650"/>
                    <a:pt x="449608" y="224809"/>
                  </a:cubicBezTo>
                </a:path>
              </a:pathLst>
            </a:custGeom>
            <a:solidFill>
              <a:srgbClr val="DB9941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4459596" y="1732431"/>
            <a:ext cx="1483718" cy="674416"/>
            <a:chOff x="4459596" y="1732431"/>
            <a:chExt cx="1483718" cy="674416"/>
          </a:xfrm>
        </p:grpSpPr>
        <p:sp>
          <p:nvSpPr>
            <p:cNvPr id="32" name="Rounded Rectangle 31"/>
            <p:cNvSpPr/>
            <p:nvPr/>
          </p:nvSpPr>
          <p:spPr>
            <a:xfrm>
              <a:off x="4796805" y="1844834"/>
              <a:ext cx="809300" cy="224805"/>
            </a:xfrm>
            <a:custGeom>
              <a:avLst/>
              <a:gdLst/>
              <a:ahLst/>
              <a:cxnLst/>
              <a:rect l="0" t="0" r="0" b="0"/>
              <a:pathLst>
                <a:path w="809300" h="224805">
                  <a:moveTo>
                    <a:pt x="610749" y="202325"/>
                  </a:moveTo>
                  <a:cubicBezTo>
                    <a:pt x="622781" y="174787"/>
                    <a:pt x="629455" y="144374"/>
                    <a:pt x="629455" y="112402"/>
                  </a:cubicBezTo>
                  <a:cubicBezTo>
                    <a:pt x="629455" y="80430"/>
                    <a:pt x="622781" y="50017"/>
                    <a:pt x="610749" y="22480"/>
                  </a:cubicBezTo>
                  <a:lnTo>
                    <a:pt x="764339" y="22480"/>
                  </a:lnTo>
                  <a:lnTo>
                    <a:pt x="764339" y="14987"/>
                  </a:lnTo>
                  <a:cubicBezTo>
                    <a:pt x="764339" y="6709"/>
                    <a:pt x="771049" y="0"/>
                    <a:pt x="779326" y="0"/>
                  </a:cubicBezTo>
                  <a:lnTo>
                    <a:pt x="809300" y="0"/>
                  </a:lnTo>
                  <a:lnTo>
                    <a:pt x="809300" y="224805"/>
                  </a:lnTo>
                  <a:lnTo>
                    <a:pt x="779326" y="224805"/>
                  </a:lnTo>
                  <a:cubicBezTo>
                    <a:pt x="771049" y="224805"/>
                    <a:pt x="764339" y="218096"/>
                    <a:pt x="764339" y="209818"/>
                  </a:cubicBezTo>
                  <a:lnTo>
                    <a:pt x="764339" y="202325"/>
                  </a:lnTo>
                  <a:lnTo>
                    <a:pt x="610749" y="202325"/>
                  </a:lnTo>
                  <a:close/>
                  <a:moveTo>
                    <a:pt x="198550" y="202325"/>
                  </a:moveTo>
                  <a:lnTo>
                    <a:pt x="44961" y="202325"/>
                  </a:lnTo>
                  <a:lnTo>
                    <a:pt x="44961" y="209818"/>
                  </a:lnTo>
                  <a:cubicBezTo>
                    <a:pt x="44961" y="218096"/>
                    <a:pt x="38251" y="224805"/>
                    <a:pt x="29974" y="224805"/>
                  </a:cubicBezTo>
                  <a:lnTo>
                    <a:pt x="0" y="224805"/>
                  </a:lnTo>
                  <a:lnTo>
                    <a:pt x="0" y="0"/>
                  </a:lnTo>
                  <a:lnTo>
                    <a:pt x="29974" y="0"/>
                  </a:lnTo>
                  <a:cubicBezTo>
                    <a:pt x="38251" y="0"/>
                    <a:pt x="44961" y="6709"/>
                    <a:pt x="44961" y="14987"/>
                  </a:cubicBezTo>
                  <a:lnTo>
                    <a:pt x="44961" y="22480"/>
                  </a:lnTo>
                  <a:lnTo>
                    <a:pt x="198550" y="22480"/>
                  </a:lnTo>
                  <a:cubicBezTo>
                    <a:pt x="186519" y="50017"/>
                    <a:pt x="179844" y="80430"/>
                    <a:pt x="179844" y="112402"/>
                  </a:cubicBezTo>
                  <a:cubicBezTo>
                    <a:pt x="179844" y="144374"/>
                    <a:pt x="186519" y="174787"/>
                    <a:pt x="198550" y="202325"/>
                  </a:cubicBezTo>
                  <a:close/>
                  <a:moveTo>
                    <a:pt x="764339" y="22480"/>
                  </a:moveTo>
                  <a:lnTo>
                    <a:pt x="764339" y="202325"/>
                  </a:lnTo>
                  <a:moveTo>
                    <a:pt x="44961" y="202325"/>
                  </a:moveTo>
                  <a:lnTo>
                    <a:pt x="44961" y="22480"/>
                  </a:lnTo>
                </a:path>
              </a:pathLst>
            </a:custGeom>
            <a:noFill/>
            <a:ln w="22481">
              <a:solidFill>
                <a:srgbClr val="FDFBF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5718508" y="2182042"/>
              <a:ext cx="224805" cy="224805"/>
            </a:xfrm>
            <a:custGeom>
              <a:avLst/>
              <a:gdLst/>
              <a:ahLst/>
              <a:cxnLst/>
              <a:rect l="0" t="0" r="0" b="0"/>
              <a:pathLst>
                <a:path w="224805" h="224805">
                  <a:moveTo>
                    <a:pt x="0" y="224805"/>
                  </a:moveTo>
                  <a:lnTo>
                    <a:pt x="0" y="194831"/>
                  </a:lnTo>
                  <a:cubicBezTo>
                    <a:pt x="0" y="186554"/>
                    <a:pt x="6709" y="179844"/>
                    <a:pt x="14987" y="179844"/>
                  </a:cubicBezTo>
                  <a:lnTo>
                    <a:pt x="22480" y="179844"/>
                  </a:lnTo>
                  <a:lnTo>
                    <a:pt x="22480" y="44961"/>
                  </a:lnTo>
                  <a:lnTo>
                    <a:pt x="14987" y="44961"/>
                  </a:lnTo>
                  <a:cubicBezTo>
                    <a:pt x="6709" y="44961"/>
                    <a:pt x="0" y="38251"/>
                    <a:pt x="0" y="29974"/>
                  </a:cubicBezTo>
                  <a:lnTo>
                    <a:pt x="0" y="0"/>
                  </a:lnTo>
                  <a:lnTo>
                    <a:pt x="224805" y="0"/>
                  </a:lnTo>
                  <a:lnTo>
                    <a:pt x="224805" y="29974"/>
                  </a:lnTo>
                  <a:cubicBezTo>
                    <a:pt x="224805" y="38251"/>
                    <a:pt x="218095" y="44961"/>
                    <a:pt x="209818" y="44961"/>
                  </a:cubicBezTo>
                  <a:lnTo>
                    <a:pt x="202325" y="44961"/>
                  </a:lnTo>
                  <a:lnTo>
                    <a:pt x="202325" y="179844"/>
                  </a:lnTo>
                  <a:lnTo>
                    <a:pt x="209818" y="179844"/>
                  </a:lnTo>
                  <a:cubicBezTo>
                    <a:pt x="218095" y="179844"/>
                    <a:pt x="224805" y="186554"/>
                    <a:pt x="224805" y="194831"/>
                  </a:cubicBezTo>
                  <a:lnTo>
                    <a:pt x="224805" y="224805"/>
                  </a:lnTo>
                  <a:lnTo>
                    <a:pt x="0" y="224805"/>
                  </a:lnTo>
                  <a:close/>
                  <a:moveTo>
                    <a:pt x="22480" y="179844"/>
                  </a:moveTo>
                  <a:lnTo>
                    <a:pt x="202325" y="179844"/>
                  </a:lnTo>
                  <a:moveTo>
                    <a:pt x="22480" y="44961"/>
                  </a:moveTo>
                  <a:lnTo>
                    <a:pt x="202325" y="44961"/>
                  </a:lnTo>
                </a:path>
              </a:pathLst>
            </a:custGeom>
            <a:noFill/>
            <a:ln w="22481">
              <a:solidFill>
                <a:srgbClr val="FDFBF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4459596" y="1844834"/>
              <a:ext cx="337208" cy="337208"/>
            </a:xfrm>
            <a:custGeom>
              <a:avLst/>
              <a:gdLst/>
              <a:ahLst/>
              <a:cxnLst/>
              <a:rect l="0" t="0" r="0" b="0"/>
              <a:pathLst>
                <a:path w="337208" h="337208">
                  <a:moveTo>
                    <a:pt x="22480" y="202325"/>
                  </a:moveTo>
                  <a:cubicBezTo>
                    <a:pt x="22480" y="102999"/>
                    <a:pt x="102999" y="22480"/>
                    <a:pt x="202325" y="22480"/>
                  </a:cubicBezTo>
                  <a:lnTo>
                    <a:pt x="292247" y="22480"/>
                  </a:lnTo>
                  <a:lnTo>
                    <a:pt x="292247" y="14987"/>
                  </a:lnTo>
                  <a:cubicBezTo>
                    <a:pt x="292247" y="6709"/>
                    <a:pt x="298957" y="0"/>
                    <a:pt x="307234" y="0"/>
                  </a:cubicBezTo>
                  <a:lnTo>
                    <a:pt x="337208" y="0"/>
                  </a:lnTo>
                  <a:lnTo>
                    <a:pt x="337208" y="224805"/>
                  </a:lnTo>
                  <a:lnTo>
                    <a:pt x="307234" y="224805"/>
                  </a:lnTo>
                  <a:cubicBezTo>
                    <a:pt x="298957" y="224805"/>
                    <a:pt x="292247" y="218096"/>
                    <a:pt x="292247" y="209818"/>
                  </a:cubicBezTo>
                  <a:lnTo>
                    <a:pt x="292247" y="202325"/>
                  </a:lnTo>
                  <a:lnTo>
                    <a:pt x="232299" y="202325"/>
                  </a:lnTo>
                  <a:cubicBezTo>
                    <a:pt x="215745" y="202325"/>
                    <a:pt x="202325" y="215745"/>
                    <a:pt x="202325" y="232299"/>
                  </a:cubicBezTo>
                  <a:lnTo>
                    <a:pt x="202325" y="292247"/>
                  </a:lnTo>
                  <a:lnTo>
                    <a:pt x="209818" y="292247"/>
                  </a:lnTo>
                  <a:cubicBezTo>
                    <a:pt x="218095" y="292247"/>
                    <a:pt x="224805" y="298957"/>
                    <a:pt x="224805" y="307234"/>
                  </a:cubicBezTo>
                  <a:lnTo>
                    <a:pt x="224805" y="337208"/>
                  </a:lnTo>
                  <a:lnTo>
                    <a:pt x="0" y="337208"/>
                  </a:lnTo>
                  <a:lnTo>
                    <a:pt x="0" y="307234"/>
                  </a:lnTo>
                  <a:cubicBezTo>
                    <a:pt x="0" y="298957"/>
                    <a:pt x="6709" y="292247"/>
                    <a:pt x="14987" y="292247"/>
                  </a:cubicBezTo>
                  <a:lnTo>
                    <a:pt x="22480" y="292247"/>
                  </a:lnTo>
                  <a:close/>
                  <a:moveTo>
                    <a:pt x="292247" y="22480"/>
                  </a:moveTo>
                  <a:lnTo>
                    <a:pt x="292247" y="202325"/>
                  </a:lnTo>
                  <a:moveTo>
                    <a:pt x="22480" y="292247"/>
                  </a:moveTo>
                  <a:lnTo>
                    <a:pt x="202325" y="292247"/>
                  </a:lnTo>
                </a:path>
              </a:pathLst>
            </a:custGeom>
            <a:noFill/>
            <a:ln w="22481">
              <a:solidFill>
                <a:srgbClr val="FDFBF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5606106" y="1844834"/>
              <a:ext cx="337208" cy="337208"/>
            </a:xfrm>
            <a:custGeom>
              <a:avLst/>
              <a:gdLst/>
              <a:ahLst/>
              <a:cxnLst/>
              <a:rect l="0" t="0" r="0" b="0"/>
              <a:pathLst>
                <a:path w="337208" h="337208">
                  <a:moveTo>
                    <a:pt x="314728" y="202325"/>
                  </a:moveTo>
                  <a:cubicBezTo>
                    <a:pt x="314728" y="102999"/>
                    <a:pt x="234208" y="22480"/>
                    <a:pt x="134883" y="22480"/>
                  </a:cubicBezTo>
                  <a:lnTo>
                    <a:pt x="44961" y="22480"/>
                  </a:lnTo>
                  <a:lnTo>
                    <a:pt x="44961" y="14987"/>
                  </a:lnTo>
                  <a:cubicBezTo>
                    <a:pt x="44961" y="6709"/>
                    <a:pt x="38251" y="0"/>
                    <a:pt x="29974" y="0"/>
                  </a:cubicBezTo>
                  <a:lnTo>
                    <a:pt x="0" y="0"/>
                  </a:lnTo>
                  <a:lnTo>
                    <a:pt x="0" y="224805"/>
                  </a:lnTo>
                  <a:lnTo>
                    <a:pt x="29974" y="224805"/>
                  </a:lnTo>
                  <a:cubicBezTo>
                    <a:pt x="38251" y="224805"/>
                    <a:pt x="44961" y="218096"/>
                    <a:pt x="44961" y="209818"/>
                  </a:cubicBezTo>
                  <a:lnTo>
                    <a:pt x="44961" y="202325"/>
                  </a:lnTo>
                  <a:lnTo>
                    <a:pt x="104909" y="202325"/>
                  </a:lnTo>
                  <a:cubicBezTo>
                    <a:pt x="121463" y="202325"/>
                    <a:pt x="134883" y="215745"/>
                    <a:pt x="134883" y="232299"/>
                  </a:cubicBezTo>
                  <a:lnTo>
                    <a:pt x="134883" y="292247"/>
                  </a:lnTo>
                  <a:lnTo>
                    <a:pt x="127389" y="292247"/>
                  </a:lnTo>
                  <a:cubicBezTo>
                    <a:pt x="119112" y="292247"/>
                    <a:pt x="112402" y="298957"/>
                    <a:pt x="112402" y="307234"/>
                  </a:cubicBezTo>
                  <a:lnTo>
                    <a:pt x="112402" y="337208"/>
                  </a:lnTo>
                  <a:lnTo>
                    <a:pt x="337208" y="337208"/>
                  </a:lnTo>
                  <a:lnTo>
                    <a:pt x="337208" y="307234"/>
                  </a:lnTo>
                  <a:cubicBezTo>
                    <a:pt x="337208" y="298957"/>
                    <a:pt x="330498" y="292247"/>
                    <a:pt x="322221" y="292247"/>
                  </a:cubicBezTo>
                  <a:lnTo>
                    <a:pt x="314728" y="292247"/>
                  </a:lnTo>
                  <a:close/>
                  <a:moveTo>
                    <a:pt x="44961" y="202325"/>
                  </a:moveTo>
                  <a:lnTo>
                    <a:pt x="44961" y="22480"/>
                  </a:lnTo>
                  <a:moveTo>
                    <a:pt x="314728" y="292247"/>
                  </a:moveTo>
                  <a:lnTo>
                    <a:pt x="134883" y="292247"/>
                  </a:lnTo>
                </a:path>
              </a:pathLst>
            </a:custGeom>
            <a:noFill/>
            <a:ln w="22481">
              <a:solidFill>
                <a:srgbClr val="FDFBF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4976650" y="1732431"/>
              <a:ext cx="449611" cy="449611"/>
            </a:xfrm>
            <a:custGeom>
              <a:avLst/>
              <a:gdLst/>
              <a:ahLst/>
              <a:cxnLst/>
              <a:rect l="0" t="0" r="0" b="0"/>
              <a:pathLst>
                <a:path w="449611" h="449611">
                  <a:moveTo>
                    <a:pt x="449611" y="224805"/>
                  </a:moveTo>
                  <a:cubicBezTo>
                    <a:pt x="449611" y="348962"/>
                    <a:pt x="348962" y="449611"/>
                    <a:pt x="224805" y="449611"/>
                  </a:cubicBezTo>
                  <a:cubicBezTo>
                    <a:pt x="100649" y="449611"/>
                    <a:pt x="0" y="348962"/>
                    <a:pt x="0" y="224805"/>
                  </a:cubicBezTo>
                  <a:cubicBezTo>
                    <a:pt x="0" y="100649"/>
                    <a:pt x="100649" y="0"/>
                    <a:pt x="224805" y="0"/>
                  </a:cubicBezTo>
                  <a:cubicBezTo>
                    <a:pt x="348962" y="0"/>
                    <a:pt x="449611" y="100649"/>
                    <a:pt x="449611" y="224805"/>
                  </a:cubicBezTo>
                  <a:close/>
                </a:path>
              </a:pathLst>
            </a:custGeom>
            <a:noFill/>
            <a:ln w="22481">
              <a:solidFill>
                <a:srgbClr val="FDFBF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3200685" y="1957236"/>
            <a:ext cx="1483718" cy="674417"/>
            <a:chOff x="3200685" y="1957236"/>
            <a:chExt cx="1483718" cy="674417"/>
          </a:xfrm>
        </p:grpSpPr>
        <p:sp>
          <p:nvSpPr>
            <p:cNvPr id="38" name="Rounded Rectangle 37"/>
            <p:cNvSpPr/>
            <p:nvPr/>
          </p:nvSpPr>
          <p:spPr>
            <a:xfrm>
              <a:off x="3537889" y="2294440"/>
              <a:ext cx="809301" cy="224809"/>
            </a:xfrm>
            <a:custGeom>
              <a:avLst/>
              <a:gdLst/>
              <a:ahLst/>
              <a:cxnLst/>
              <a:rect l="0" t="0" r="0" b="0"/>
              <a:pathLst>
                <a:path w="809301" h="224809">
                  <a:moveTo>
                    <a:pt x="610752" y="202330"/>
                  </a:moveTo>
                  <a:cubicBezTo>
                    <a:pt x="622782" y="174793"/>
                    <a:pt x="629459" y="144379"/>
                    <a:pt x="629459" y="112404"/>
                  </a:cubicBezTo>
                  <a:cubicBezTo>
                    <a:pt x="629459" y="80438"/>
                    <a:pt x="622782" y="50025"/>
                    <a:pt x="610752" y="22488"/>
                  </a:cubicBezTo>
                  <a:lnTo>
                    <a:pt x="764343" y="22488"/>
                  </a:lnTo>
                  <a:lnTo>
                    <a:pt x="764343" y="14992"/>
                  </a:lnTo>
                  <a:cubicBezTo>
                    <a:pt x="764343" y="6715"/>
                    <a:pt x="771058" y="0"/>
                    <a:pt x="779335" y="0"/>
                  </a:cubicBezTo>
                  <a:lnTo>
                    <a:pt x="809301" y="0"/>
                  </a:lnTo>
                  <a:lnTo>
                    <a:pt x="809301" y="224809"/>
                  </a:lnTo>
                  <a:lnTo>
                    <a:pt x="779335" y="224809"/>
                  </a:lnTo>
                  <a:cubicBezTo>
                    <a:pt x="771058" y="224809"/>
                    <a:pt x="764343" y="218103"/>
                    <a:pt x="764343" y="209826"/>
                  </a:cubicBezTo>
                  <a:lnTo>
                    <a:pt x="764343" y="202330"/>
                  </a:lnTo>
                  <a:lnTo>
                    <a:pt x="610752" y="202330"/>
                  </a:lnTo>
                  <a:moveTo>
                    <a:pt x="198558" y="202330"/>
                  </a:moveTo>
                  <a:lnTo>
                    <a:pt x="44967" y="202330"/>
                  </a:lnTo>
                  <a:lnTo>
                    <a:pt x="44967" y="209826"/>
                  </a:lnTo>
                  <a:cubicBezTo>
                    <a:pt x="44967" y="218103"/>
                    <a:pt x="38252" y="224809"/>
                    <a:pt x="29975" y="224809"/>
                  </a:cubicBezTo>
                  <a:lnTo>
                    <a:pt x="0" y="224809"/>
                  </a:lnTo>
                  <a:lnTo>
                    <a:pt x="0" y="0"/>
                  </a:lnTo>
                  <a:lnTo>
                    <a:pt x="29975" y="0"/>
                  </a:lnTo>
                  <a:cubicBezTo>
                    <a:pt x="38252" y="0"/>
                    <a:pt x="44967" y="6715"/>
                    <a:pt x="44967" y="14992"/>
                  </a:cubicBezTo>
                  <a:lnTo>
                    <a:pt x="44967" y="22488"/>
                  </a:lnTo>
                  <a:lnTo>
                    <a:pt x="198558" y="22488"/>
                  </a:lnTo>
                  <a:cubicBezTo>
                    <a:pt x="186528" y="50025"/>
                    <a:pt x="179851" y="80438"/>
                    <a:pt x="179851" y="112404"/>
                  </a:cubicBezTo>
                  <a:cubicBezTo>
                    <a:pt x="179851" y="144379"/>
                    <a:pt x="186528" y="174793"/>
                    <a:pt x="198558" y="202330"/>
                  </a:cubicBezTo>
                </a:path>
              </a:pathLst>
            </a:custGeom>
            <a:solidFill>
              <a:srgbClr val="DB9941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3200685" y="1957236"/>
              <a:ext cx="224809" cy="224809"/>
            </a:xfrm>
            <a:custGeom>
              <a:avLst/>
              <a:gdLst/>
              <a:ahLst/>
              <a:cxnLst/>
              <a:rect l="0" t="0" r="0" b="0"/>
              <a:pathLst>
                <a:path w="224809" h="224809">
                  <a:moveTo>
                    <a:pt x="0" y="224809"/>
                  </a:moveTo>
                  <a:lnTo>
                    <a:pt x="0" y="194833"/>
                  </a:lnTo>
                  <a:cubicBezTo>
                    <a:pt x="0" y="186556"/>
                    <a:pt x="6705" y="179841"/>
                    <a:pt x="14982" y="179841"/>
                  </a:cubicBezTo>
                  <a:lnTo>
                    <a:pt x="22479" y="179841"/>
                  </a:lnTo>
                  <a:lnTo>
                    <a:pt x="22479" y="44957"/>
                  </a:lnTo>
                  <a:lnTo>
                    <a:pt x="14982" y="44957"/>
                  </a:lnTo>
                  <a:cubicBezTo>
                    <a:pt x="6705" y="44957"/>
                    <a:pt x="0" y="38252"/>
                    <a:pt x="0" y="29975"/>
                  </a:cubicBezTo>
                  <a:lnTo>
                    <a:pt x="0" y="0"/>
                  </a:lnTo>
                  <a:lnTo>
                    <a:pt x="224809" y="0"/>
                  </a:lnTo>
                  <a:lnTo>
                    <a:pt x="224809" y="29975"/>
                  </a:lnTo>
                  <a:cubicBezTo>
                    <a:pt x="224809" y="38252"/>
                    <a:pt x="218093" y="44957"/>
                    <a:pt x="209816" y="44957"/>
                  </a:cubicBezTo>
                  <a:lnTo>
                    <a:pt x="202320" y="44957"/>
                  </a:lnTo>
                  <a:lnTo>
                    <a:pt x="202320" y="179841"/>
                  </a:lnTo>
                  <a:lnTo>
                    <a:pt x="209816" y="179841"/>
                  </a:lnTo>
                  <a:cubicBezTo>
                    <a:pt x="218093" y="179841"/>
                    <a:pt x="224809" y="186556"/>
                    <a:pt x="224809" y="194833"/>
                  </a:cubicBezTo>
                  <a:lnTo>
                    <a:pt x="224809" y="224809"/>
                  </a:lnTo>
                  <a:lnTo>
                    <a:pt x="0" y="224809"/>
                  </a:lnTo>
                </a:path>
              </a:pathLst>
            </a:custGeom>
            <a:solidFill>
              <a:srgbClr val="DB9941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4347190" y="2182045"/>
              <a:ext cx="337213" cy="337204"/>
            </a:xfrm>
            <a:custGeom>
              <a:avLst/>
              <a:gdLst/>
              <a:ahLst/>
              <a:cxnLst/>
              <a:rect l="0" t="0" r="0" b="0"/>
              <a:pathLst>
                <a:path w="337213" h="337204">
                  <a:moveTo>
                    <a:pt x="314734" y="134883"/>
                  </a:moveTo>
                  <a:cubicBezTo>
                    <a:pt x="314734" y="234200"/>
                    <a:pt x="234210" y="314725"/>
                    <a:pt x="134883" y="314725"/>
                  </a:cubicBezTo>
                  <a:lnTo>
                    <a:pt x="44967" y="314725"/>
                  </a:lnTo>
                  <a:lnTo>
                    <a:pt x="44967" y="322221"/>
                  </a:lnTo>
                  <a:cubicBezTo>
                    <a:pt x="44967" y="330498"/>
                    <a:pt x="38252" y="337204"/>
                    <a:pt x="29975" y="337204"/>
                  </a:cubicBezTo>
                  <a:lnTo>
                    <a:pt x="0" y="337204"/>
                  </a:lnTo>
                  <a:lnTo>
                    <a:pt x="0" y="112394"/>
                  </a:lnTo>
                  <a:lnTo>
                    <a:pt x="29975" y="112394"/>
                  </a:lnTo>
                  <a:cubicBezTo>
                    <a:pt x="38252" y="112394"/>
                    <a:pt x="44967" y="119110"/>
                    <a:pt x="44967" y="127387"/>
                  </a:cubicBezTo>
                  <a:lnTo>
                    <a:pt x="44967" y="134883"/>
                  </a:lnTo>
                  <a:lnTo>
                    <a:pt x="104917" y="134883"/>
                  </a:lnTo>
                  <a:cubicBezTo>
                    <a:pt x="121462" y="134883"/>
                    <a:pt x="134883" y="121462"/>
                    <a:pt x="134883" y="104908"/>
                  </a:cubicBezTo>
                  <a:lnTo>
                    <a:pt x="134883" y="44957"/>
                  </a:lnTo>
                  <a:lnTo>
                    <a:pt x="127396" y="44957"/>
                  </a:lnTo>
                  <a:cubicBezTo>
                    <a:pt x="119119" y="44957"/>
                    <a:pt x="112404" y="38252"/>
                    <a:pt x="112404" y="29975"/>
                  </a:cubicBezTo>
                  <a:lnTo>
                    <a:pt x="112404" y="0"/>
                  </a:lnTo>
                  <a:lnTo>
                    <a:pt x="337213" y="0"/>
                  </a:lnTo>
                  <a:lnTo>
                    <a:pt x="337213" y="29975"/>
                  </a:lnTo>
                  <a:cubicBezTo>
                    <a:pt x="337213" y="38252"/>
                    <a:pt x="330498" y="44957"/>
                    <a:pt x="322221" y="44957"/>
                  </a:cubicBezTo>
                  <a:lnTo>
                    <a:pt x="314734" y="44957"/>
                  </a:lnTo>
                  <a:lnTo>
                    <a:pt x="314734" y="134883"/>
                  </a:lnTo>
                </a:path>
              </a:pathLst>
            </a:custGeom>
            <a:solidFill>
              <a:srgbClr val="DB9941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3200685" y="2182045"/>
              <a:ext cx="337204" cy="337204"/>
            </a:xfrm>
            <a:custGeom>
              <a:avLst/>
              <a:gdLst/>
              <a:ahLst/>
              <a:cxnLst/>
              <a:rect l="0" t="0" r="0" b="0"/>
              <a:pathLst>
                <a:path w="337204" h="337204">
                  <a:moveTo>
                    <a:pt x="22479" y="134883"/>
                  </a:moveTo>
                  <a:cubicBezTo>
                    <a:pt x="22479" y="234200"/>
                    <a:pt x="103003" y="314725"/>
                    <a:pt x="202320" y="314725"/>
                  </a:cubicBezTo>
                  <a:lnTo>
                    <a:pt x="292246" y="314725"/>
                  </a:lnTo>
                  <a:lnTo>
                    <a:pt x="292246" y="322221"/>
                  </a:lnTo>
                  <a:cubicBezTo>
                    <a:pt x="292246" y="330498"/>
                    <a:pt x="298961" y="337204"/>
                    <a:pt x="307238" y="337204"/>
                  </a:cubicBezTo>
                  <a:lnTo>
                    <a:pt x="337204" y="337204"/>
                  </a:lnTo>
                  <a:lnTo>
                    <a:pt x="337204" y="112394"/>
                  </a:lnTo>
                  <a:lnTo>
                    <a:pt x="307238" y="112394"/>
                  </a:lnTo>
                  <a:cubicBezTo>
                    <a:pt x="298961" y="112394"/>
                    <a:pt x="292246" y="119110"/>
                    <a:pt x="292246" y="127387"/>
                  </a:cubicBezTo>
                  <a:lnTo>
                    <a:pt x="292246" y="134883"/>
                  </a:lnTo>
                  <a:lnTo>
                    <a:pt x="232295" y="134883"/>
                  </a:lnTo>
                  <a:cubicBezTo>
                    <a:pt x="215741" y="134883"/>
                    <a:pt x="202320" y="121462"/>
                    <a:pt x="202320" y="104908"/>
                  </a:cubicBezTo>
                  <a:lnTo>
                    <a:pt x="202320" y="44957"/>
                  </a:lnTo>
                  <a:lnTo>
                    <a:pt x="209816" y="44957"/>
                  </a:lnTo>
                  <a:cubicBezTo>
                    <a:pt x="218093" y="44957"/>
                    <a:pt x="224809" y="38252"/>
                    <a:pt x="224809" y="29975"/>
                  </a:cubicBezTo>
                  <a:lnTo>
                    <a:pt x="224809" y="0"/>
                  </a:lnTo>
                  <a:lnTo>
                    <a:pt x="0" y="0"/>
                  </a:lnTo>
                  <a:lnTo>
                    <a:pt x="0" y="29975"/>
                  </a:lnTo>
                  <a:cubicBezTo>
                    <a:pt x="0" y="38252"/>
                    <a:pt x="6705" y="44957"/>
                    <a:pt x="14982" y="44957"/>
                  </a:cubicBezTo>
                  <a:lnTo>
                    <a:pt x="22479" y="44957"/>
                  </a:lnTo>
                  <a:lnTo>
                    <a:pt x="22479" y="134883"/>
                  </a:lnTo>
                </a:path>
              </a:pathLst>
            </a:custGeom>
            <a:solidFill>
              <a:srgbClr val="DB9941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3717740" y="2182045"/>
              <a:ext cx="449608" cy="449608"/>
            </a:xfrm>
            <a:custGeom>
              <a:avLst/>
              <a:gdLst/>
              <a:ahLst/>
              <a:cxnLst/>
              <a:rect l="0" t="0" r="0" b="0"/>
              <a:pathLst>
                <a:path w="449608" h="449608">
                  <a:moveTo>
                    <a:pt x="449608" y="224799"/>
                  </a:moveTo>
                  <a:cubicBezTo>
                    <a:pt x="449608" y="348957"/>
                    <a:pt x="348957" y="449608"/>
                    <a:pt x="224799" y="449608"/>
                  </a:cubicBezTo>
                  <a:cubicBezTo>
                    <a:pt x="100650" y="449608"/>
                    <a:pt x="0" y="348957"/>
                    <a:pt x="0" y="224799"/>
                  </a:cubicBezTo>
                  <a:cubicBezTo>
                    <a:pt x="0" y="100641"/>
                    <a:pt x="100650" y="0"/>
                    <a:pt x="224799" y="0"/>
                  </a:cubicBezTo>
                  <a:cubicBezTo>
                    <a:pt x="348957" y="0"/>
                    <a:pt x="449608" y="100641"/>
                    <a:pt x="449608" y="224799"/>
                  </a:cubicBezTo>
                </a:path>
              </a:pathLst>
            </a:custGeom>
            <a:solidFill>
              <a:srgbClr val="DB9941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3200685" y="1957236"/>
            <a:ext cx="1483717" cy="674417"/>
            <a:chOff x="3200685" y="1957236"/>
            <a:chExt cx="1483717" cy="674417"/>
          </a:xfrm>
        </p:grpSpPr>
        <p:sp>
          <p:nvSpPr>
            <p:cNvPr id="44" name="Rounded Rectangle 43"/>
            <p:cNvSpPr/>
            <p:nvPr/>
          </p:nvSpPr>
          <p:spPr>
            <a:xfrm>
              <a:off x="3537893" y="2294444"/>
              <a:ext cx="809300" cy="224805"/>
            </a:xfrm>
            <a:custGeom>
              <a:avLst/>
              <a:gdLst/>
              <a:ahLst/>
              <a:cxnLst/>
              <a:rect l="0" t="0" r="0" b="0"/>
              <a:pathLst>
                <a:path w="809300" h="224805">
                  <a:moveTo>
                    <a:pt x="610749" y="202325"/>
                  </a:moveTo>
                  <a:cubicBezTo>
                    <a:pt x="622781" y="174787"/>
                    <a:pt x="629455" y="144374"/>
                    <a:pt x="629455" y="112402"/>
                  </a:cubicBezTo>
                  <a:cubicBezTo>
                    <a:pt x="629455" y="80430"/>
                    <a:pt x="622781" y="50017"/>
                    <a:pt x="610749" y="22480"/>
                  </a:cubicBezTo>
                  <a:lnTo>
                    <a:pt x="764339" y="22480"/>
                  </a:lnTo>
                  <a:lnTo>
                    <a:pt x="764339" y="14987"/>
                  </a:lnTo>
                  <a:cubicBezTo>
                    <a:pt x="764339" y="6709"/>
                    <a:pt x="771049" y="0"/>
                    <a:pt x="779326" y="0"/>
                  </a:cubicBezTo>
                  <a:lnTo>
                    <a:pt x="809300" y="0"/>
                  </a:lnTo>
                  <a:lnTo>
                    <a:pt x="809300" y="224805"/>
                  </a:lnTo>
                  <a:lnTo>
                    <a:pt x="779326" y="224805"/>
                  </a:lnTo>
                  <a:cubicBezTo>
                    <a:pt x="771049" y="224805"/>
                    <a:pt x="764339" y="218096"/>
                    <a:pt x="764339" y="209818"/>
                  </a:cubicBezTo>
                  <a:lnTo>
                    <a:pt x="764339" y="202325"/>
                  </a:lnTo>
                  <a:lnTo>
                    <a:pt x="610749" y="202325"/>
                  </a:lnTo>
                  <a:close/>
                  <a:moveTo>
                    <a:pt x="198550" y="202325"/>
                  </a:moveTo>
                  <a:lnTo>
                    <a:pt x="44961" y="202325"/>
                  </a:lnTo>
                  <a:lnTo>
                    <a:pt x="44961" y="209818"/>
                  </a:lnTo>
                  <a:cubicBezTo>
                    <a:pt x="44961" y="218096"/>
                    <a:pt x="38251" y="224805"/>
                    <a:pt x="29974" y="224805"/>
                  </a:cubicBezTo>
                  <a:lnTo>
                    <a:pt x="0" y="224805"/>
                  </a:lnTo>
                  <a:lnTo>
                    <a:pt x="0" y="0"/>
                  </a:lnTo>
                  <a:lnTo>
                    <a:pt x="29974" y="0"/>
                  </a:lnTo>
                  <a:cubicBezTo>
                    <a:pt x="38251" y="0"/>
                    <a:pt x="44961" y="6709"/>
                    <a:pt x="44961" y="14987"/>
                  </a:cubicBezTo>
                  <a:lnTo>
                    <a:pt x="44961" y="22480"/>
                  </a:lnTo>
                  <a:lnTo>
                    <a:pt x="198550" y="22480"/>
                  </a:lnTo>
                  <a:cubicBezTo>
                    <a:pt x="186519" y="50017"/>
                    <a:pt x="179844" y="80430"/>
                    <a:pt x="179844" y="112402"/>
                  </a:cubicBezTo>
                  <a:cubicBezTo>
                    <a:pt x="179844" y="144374"/>
                    <a:pt x="186519" y="174787"/>
                    <a:pt x="198550" y="202325"/>
                  </a:cubicBezTo>
                  <a:close/>
                  <a:moveTo>
                    <a:pt x="764339" y="22480"/>
                  </a:moveTo>
                  <a:lnTo>
                    <a:pt x="764339" y="202325"/>
                  </a:lnTo>
                  <a:moveTo>
                    <a:pt x="44961" y="202325"/>
                  </a:moveTo>
                  <a:lnTo>
                    <a:pt x="44961" y="22480"/>
                  </a:lnTo>
                </a:path>
              </a:pathLst>
            </a:custGeom>
            <a:noFill/>
            <a:ln w="22481">
              <a:solidFill>
                <a:srgbClr val="FDFBF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3200685" y="1957236"/>
              <a:ext cx="224805" cy="224805"/>
            </a:xfrm>
            <a:custGeom>
              <a:avLst/>
              <a:gdLst/>
              <a:ahLst/>
              <a:cxnLst/>
              <a:rect l="0" t="0" r="0" b="0"/>
              <a:pathLst>
                <a:path w="224805" h="224805">
                  <a:moveTo>
                    <a:pt x="0" y="224805"/>
                  </a:moveTo>
                  <a:lnTo>
                    <a:pt x="0" y="194831"/>
                  </a:lnTo>
                  <a:cubicBezTo>
                    <a:pt x="0" y="186554"/>
                    <a:pt x="6709" y="179844"/>
                    <a:pt x="14987" y="179844"/>
                  </a:cubicBezTo>
                  <a:lnTo>
                    <a:pt x="22480" y="179844"/>
                  </a:lnTo>
                  <a:lnTo>
                    <a:pt x="22480" y="44961"/>
                  </a:lnTo>
                  <a:lnTo>
                    <a:pt x="14987" y="44961"/>
                  </a:lnTo>
                  <a:cubicBezTo>
                    <a:pt x="6709" y="44961"/>
                    <a:pt x="0" y="38251"/>
                    <a:pt x="0" y="29974"/>
                  </a:cubicBezTo>
                  <a:lnTo>
                    <a:pt x="0" y="0"/>
                  </a:lnTo>
                  <a:lnTo>
                    <a:pt x="224805" y="0"/>
                  </a:lnTo>
                  <a:lnTo>
                    <a:pt x="224805" y="29974"/>
                  </a:lnTo>
                  <a:cubicBezTo>
                    <a:pt x="224805" y="38251"/>
                    <a:pt x="218095" y="44961"/>
                    <a:pt x="209818" y="44961"/>
                  </a:cubicBezTo>
                  <a:lnTo>
                    <a:pt x="202325" y="44961"/>
                  </a:lnTo>
                  <a:lnTo>
                    <a:pt x="202325" y="179844"/>
                  </a:lnTo>
                  <a:lnTo>
                    <a:pt x="209818" y="179844"/>
                  </a:lnTo>
                  <a:cubicBezTo>
                    <a:pt x="218095" y="179844"/>
                    <a:pt x="224805" y="186554"/>
                    <a:pt x="224805" y="194831"/>
                  </a:cubicBezTo>
                  <a:lnTo>
                    <a:pt x="224805" y="224805"/>
                  </a:lnTo>
                  <a:lnTo>
                    <a:pt x="0" y="224805"/>
                  </a:lnTo>
                  <a:close/>
                  <a:moveTo>
                    <a:pt x="22480" y="179844"/>
                  </a:moveTo>
                  <a:lnTo>
                    <a:pt x="202325" y="179844"/>
                  </a:lnTo>
                  <a:moveTo>
                    <a:pt x="22480" y="44961"/>
                  </a:moveTo>
                  <a:lnTo>
                    <a:pt x="202325" y="44961"/>
                  </a:lnTo>
                </a:path>
              </a:pathLst>
            </a:custGeom>
            <a:noFill/>
            <a:ln w="22481">
              <a:solidFill>
                <a:srgbClr val="FDFBF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4347194" y="2182042"/>
              <a:ext cx="337208" cy="337208"/>
            </a:xfrm>
            <a:custGeom>
              <a:avLst/>
              <a:gdLst/>
              <a:ahLst/>
              <a:cxnLst/>
              <a:rect l="0" t="0" r="0" b="0"/>
              <a:pathLst>
                <a:path w="337208" h="337208">
                  <a:moveTo>
                    <a:pt x="314728" y="134883"/>
                  </a:moveTo>
                  <a:cubicBezTo>
                    <a:pt x="314728" y="234208"/>
                    <a:pt x="234208" y="314727"/>
                    <a:pt x="134883" y="314727"/>
                  </a:cubicBezTo>
                  <a:lnTo>
                    <a:pt x="44961" y="314727"/>
                  </a:lnTo>
                  <a:lnTo>
                    <a:pt x="44961" y="322221"/>
                  </a:lnTo>
                  <a:cubicBezTo>
                    <a:pt x="44961" y="330498"/>
                    <a:pt x="38251" y="337208"/>
                    <a:pt x="29974" y="337208"/>
                  </a:cubicBezTo>
                  <a:lnTo>
                    <a:pt x="0" y="337208"/>
                  </a:lnTo>
                  <a:lnTo>
                    <a:pt x="0" y="112402"/>
                  </a:lnTo>
                  <a:lnTo>
                    <a:pt x="29974" y="112402"/>
                  </a:lnTo>
                  <a:cubicBezTo>
                    <a:pt x="38251" y="112402"/>
                    <a:pt x="44961" y="119112"/>
                    <a:pt x="44961" y="127389"/>
                  </a:cubicBezTo>
                  <a:lnTo>
                    <a:pt x="44961" y="134883"/>
                  </a:lnTo>
                  <a:lnTo>
                    <a:pt x="104909" y="134883"/>
                  </a:lnTo>
                  <a:cubicBezTo>
                    <a:pt x="121463" y="134883"/>
                    <a:pt x="134883" y="121463"/>
                    <a:pt x="134883" y="104909"/>
                  </a:cubicBezTo>
                  <a:lnTo>
                    <a:pt x="134883" y="44961"/>
                  </a:lnTo>
                  <a:lnTo>
                    <a:pt x="127389" y="44961"/>
                  </a:lnTo>
                  <a:cubicBezTo>
                    <a:pt x="119112" y="44961"/>
                    <a:pt x="112402" y="38251"/>
                    <a:pt x="112402" y="29974"/>
                  </a:cubicBezTo>
                  <a:lnTo>
                    <a:pt x="112402" y="0"/>
                  </a:lnTo>
                  <a:lnTo>
                    <a:pt x="337208" y="0"/>
                  </a:lnTo>
                  <a:lnTo>
                    <a:pt x="337208" y="29974"/>
                  </a:lnTo>
                  <a:cubicBezTo>
                    <a:pt x="337208" y="38251"/>
                    <a:pt x="330498" y="44961"/>
                    <a:pt x="322221" y="44961"/>
                  </a:cubicBezTo>
                  <a:lnTo>
                    <a:pt x="314728" y="44961"/>
                  </a:lnTo>
                  <a:lnTo>
                    <a:pt x="314728" y="134883"/>
                  </a:lnTo>
                  <a:close/>
                  <a:moveTo>
                    <a:pt x="44961" y="314727"/>
                  </a:moveTo>
                  <a:lnTo>
                    <a:pt x="44961" y="134883"/>
                  </a:lnTo>
                  <a:moveTo>
                    <a:pt x="134883" y="44961"/>
                  </a:moveTo>
                  <a:lnTo>
                    <a:pt x="314728" y="44961"/>
                  </a:lnTo>
                </a:path>
              </a:pathLst>
            </a:custGeom>
            <a:noFill/>
            <a:ln w="22481">
              <a:solidFill>
                <a:srgbClr val="FDFBF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3200685" y="2182042"/>
              <a:ext cx="337208" cy="337208"/>
            </a:xfrm>
            <a:custGeom>
              <a:avLst/>
              <a:gdLst/>
              <a:ahLst/>
              <a:cxnLst/>
              <a:rect l="0" t="0" r="0" b="0"/>
              <a:pathLst>
                <a:path w="337208" h="337208">
                  <a:moveTo>
                    <a:pt x="22480" y="134883"/>
                  </a:moveTo>
                  <a:cubicBezTo>
                    <a:pt x="22480" y="234208"/>
                    <a:pt x="102999" y="314727"/>
                    <a:pt x="202325" y="314727"/>
                  </a:cubicBezTo>
                  <a:lnTo>
                    <a:pt x="292247" y="314727"/>
                  </a:lnTo>
                  <a:lnTo>
                    <a:pt x="292247" y="322221"/>
                  </a:lnTo>
                  <a:cubicBezTo>
                    <a:pt x="292247" y="330498"/>
                    <a:pt x="298957" y="337208"/>
                    <a:pt x="307234" y="337208"/>
                  </a:cubicBezTo>
                  <a:lnTo>
                    <a:pt x="337208" y="337208"/>
                  </a:lnTo>
                  <a:lnTo>
                    <a:pt x="337208" y="112402"/>
                  </a:lnTo>
                  <a:lnTo>
                    <a:pt x="307234" y="112402"/>
                  </a:lnTo>
                  <a:cubicBezTo>
                    <a:pt x="298957" y="112402"/>
                    <a:pt x="292247" y="119112"/>
                    <a:pt x="292247" y="127389"/>
                  </a:cubicBezTo>
                  <a:lnTo>
                    <a:pt x="292247" y="134883"/>
                  </a:lnTo>
                  <a:lnTo>
                    <a:pt x="232299" y="134883"/>
                  </a:lnTo>
                  <a:cubicBezTo>
                    <a:pt x="215745" y="134883"/>
                    <a:pt x="202325" y="121463"/>
                    <a:pt x="202325" y="104909"/>
                  </a:cubicBezTo>
                  <a:lnTo>
                    <a:pt x="202325" y="44961"/>
                  </a:lnTo>
                  <a:lnTo>
                    <a:pt x="209818" y="44961"/>
                  </a:lnTo>
                  <a:cubicBezTo>
                    <a:pt x="218095" y="44961"/>
                    <a:pt x="224805" y="38251"/>
                    <a:pt x="224805" y="29974"/>
                  </a:cubicBezTo>
                  <a:lnTo>
                    <a:pt x="224805" y="0"/>
                  </a:lnTo>
                  <a:lnTo>
                    <a:pt x="0" y="0"/>
                  </a:lnTo>
                  <a:lnTo>
                    <a:pt x="0" y="29974"/>
                  </a:lnTo>
                  <a:cubicBezTo>
                    <a:pt x="0" y="38251"/>
                    <a:pt x="6709" y="44961"/>
                    <a:pt x="14987" y="44961"/>
                  </a:cubicBezTo>
                  <a:lnTo>
                    <a:pt x="22480" y="44961"/>
                  </a:lnTo>
                  <a:close/>
                  <a:moveTo>
                    <a:pt x="292247" y="134883"/>
                  </a:moveTo>
                  <a:lnTo>
                    <a:pt x="292247" y="314727"/>
                  </a:lnTo>
                  <a:moveTo>
                    <a:pt x="202325" y="44961"/>
                  </a:moveTo>
                  <a:lnTo>
                    <a:pt x="22480" y="44961"/>
                  </a:lnTo>
                </a:path>
              </a:pathLst>
            </a:custGeom>
            <a:noFill/>
            <a:ln w="22481">
              <a:solidFill>
                <a:srgbClr val="FDFBF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3717738" y="2182042"/>
              <a:ext cx="449611" cy="449611"/>
            </a:xfrm>
            <a:custGeom>
              <a:avLst/>
              <a:gdLst/>
              <a:ahLst/>
              <a:cxnLst/>
              <a:rect l="0" t="0" r="0" b="0"/>
              <a:pathLst>
                <a:path w="449611" h="449611">
                  <a:moveTo>
                    <a:pt x="449611" y="224805"/>
                  </a:moveTo>
                  <a:cubicBezTo>
                    <a:pt x="449611" y="348962"/>
                    <a:pt x="348962" y="449611"/>
                    <a:pt x="224805" y="449611"/>
                  </a:cubicBezTo>
                  <a:cubicBezTo>
                    <a:pt x="100649" y="449611"/>
                    <a:pt x="0" y="348962"/>
                    <a:pt x="0" y="224805"/>
                  </a:cubicBezTo>
                  <a:cubicBezTo>
                    <a:pt x="0" y="100649"/>
                    <a:pt x="100649" y="0"/>
                    <a:pt x="224805" y="0"/>
                  </a:cubicBezTo>
                  <a:cubicBezTo>
                    <a:pt x="348962" y="0"/>
                    <a:pt x="449611" y="100649"/>
                    <a:pt x="449611" y="224805"/>
                  </a:cubicBezTo>
                  <a:close/>
                </a:path>
              </a:pathLst>
            </a:custGeom>
            <a:noFill/>
            <a:ln w="22481">
              <a:solidFill>
                <a:srgbClr val="FDFBF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1941773" y="1282819"/>
            <a:ext cx="1483718" cy="899226"/>
            <a:chOff x="1941773" y="1282819"/>
            <a:chExt cx="1483718" cy="899226"/>
          </a:xfrm>
        </p:grpSpPr>
        <p:sp>
          <p:nvSpPr>
            <p:cNvPr id="50" name="Rounded Rectangle 49"/>
            <p:cNvSpPr/>
            <p:nvPr/>
          </p:nvSpPr>
          <p:spPr>
            <a:xfrm>
              <a:off x="2278977" y="1395223"/>
              <a:ext cx="809301" cy="224799"/>
            </a:xfrm>
            <a:custGeom>
              <a:avLst/>
              <a:gdLst/>
              <a:ahLst/>
              <a:cxnLst/>
              <a:rect l="0" t="0" r="0" b="0"/>
              <a:pathLst>
                <a:path w="809301" h="224799">
                  <a:moveTo>
                    <a:pt x="610752" y="202320"/>
                  </a:moveTo>
                  <a:cubicBezTo>
                    <a:pt x="622782" y="174783"/>
                    <a:pt x="629459" y="144370"/>
                    <a:pt x="629459" y="112404"/>
                  </a:cubicBezTo>
                  <a:cubicBezTo>
                    <a:pt x="629459" y="80429"/>
                    <a:pt x="622782" y="50015"/>
                    <a:pt x="610752" y="22479"/>
                  </a:cubicBezTo>
                  <a:lnTo>
                    <a:pt x="764343" y="22479"/>
                  </a:lnTo>
                  <a:lnTo>
                    <a:pt x="764343" y="14982"/>
                  </a:lnTo>
                  <a:cubicBezTo>
                    <a:pt x="764343" y="6705"/>
                    <a:pt x="771058" y="0"/>
                    <a:pt x="779335" y="0"/>
                  </a:cubicBezTo>
                  <a:lnTo>
                    <a:pt x="809301" y="0"/>
                  </a:lnTo>
                  <a:lnTo>
                    <a:pt x="809301" y="224799"/>
                  </a:lnTo>
                  <a:lnTo>
                    <a:pt x="779335" y="224799"/>
                  </a:lnTo>
                  <a:cubicBezTo>
                    <a:pt x="771058" y="224799"/>
                    <a:pt x="764343" y="218093"/>
                    <a:pt x="764343" y="209816"/>
                  </a:cubicBezTo>
                  <a:lnTo>
                    <a:pt x="764343" y="202320"/>
                  </a:lnTo>
                  <a:lnTo>
                    <a:pt x="610752" y="202320"/>
                  </a:lnTo>
                  <a:moveTo>
                    <a:pt x="198558" y="202320"/>
                  </a:moveTo>
                  <a:lnTo>
                    <a:pt x="44967" y="202320"/>
                  </a:lnTo>
                  <a:lnTo>
                    <a:pt x="44967" y="209816"/>
                  </a:lnTo>
                  <a:cubicBezTo>
                    <a:pt x="44967" y="218093"/>
                    <a:pt x="38252" y="224799"/>
                    <a:pt x="29975" y="224799"/>
                  </a:cubicBezTo>
                  <a:lnTo>
                    <a:pt x="0" y="224799"/>
                  </a:lnTo>
                  <a:lnTo>
                    <a:pt x="0" y="0"/>
                  </a:lnTo>
                  <a:lnTo>
                    <a:pt x="29975" y="0"/>
                  </a:lnTo>
                  <a:cubicBezTo>
                    <a:pt x="38252" y="0"/>
                    <a:pt x="44967" y="6705"/>
                    <a:pt x="44967" y="14982"/>
                  </a:cubicBezTo>
                  <a:lnTo>
                    <a:pt x="44967" y="22479"/>
                  </a:lnTo>
                  <a:lnTo>
                    <a:pt x="198558" y="22479"/>
                  </a:lnTo>
                  <a:cubicBezTo>
                    <a:pt x="186528" y="50015"/>
                    <a:pt x="179851" y="80429"/>
                    <a:pt x="179851" y="112404"/>
                  </a:cubicBezTo>
                  <a:cubicBezTo>
                    <a:pt x="179851" y="144370"/>
                    <a:pt x="186528" y="174783"/>
                    <a:pt x="198558" y="202320"/>
                  </a:cubicBezTo>
                </a:path>
              </a:pathLst>
            </a:custGeom>
            <a:solidFill>
              <a:srgbClr val="6DA198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3200682" y="1732427"/>
              <a:ext cx="224809" cy="224809"/>
            </a:xfrm>
            <a:custGeom>
              <a:avLst/>
              <a:gdLst/>
              <a:ahLst/>
              <a:cxnLst/>
              <a:rect l="0" t="0" r="0" b="0"/>
              <a:pathLst>
                <a:path w="224809" h="224809">
                  <a:moveTo>
                    <a:pt x="0" y="224809"/>
                  </a:moveTo>
                  <a:lnTo>
                    <a:pt x="0" y="194833"/>
                  </a:lnTo>
                  <a:cubicBezTo>
                    <a:pt x="0" y="186556"/>
                    <a:pt x="6715" y="179851"/>
                    <a:pt x="14992" y="179851"/>
                  </a:cubicBezTo>
                  <a:lnTo>
                    <a:pt x="22479" y="179851"/>
                  </a:lnTo>
                  <a:lnTo>
                    <a:pt x="22479" y="44967"/>
                  </a:lnTo>
                  <a:lnTo>
                    <a:pt x="14992" y="44967"/>
                  </a:lnTo>
                  <a:cubicBezTo>
                    <a:pt x="6715" y="44967"/>
                    <a:pt x="0" y="38252"/>
                    <a:pt x="0" y="29975"/>
                  </a:cubicBezTo>
                  <a:lnTo>
                    <a:pt x="0" y="0"/>
                  </a:lnTo>
                  <a:lnTo>
                    <a:pt x="224809" y="0"/>
                  </a:lnTo>
                  <a:lnTo>
                    <a:pt x="224809" y="29975"/>
                  </a:lnTo>
                  <a:cubicBezTo>
                    <a:pt x="224809" y="38252"/>
                    <a:pt x="218093" y="44967"/>
                    <a:pt x="209816" y="44967"/>
                  </a:cubicBezTo>
                  <a:lnTo>
                    <a:pt x="202330" y="44967"/>
                  </a:lnTo>
                  <a:lnTo>
                    <a:pt x="202330" y="179851"/>
                  </a:lnTo>
                  <a:lnTo>
                    <a:pt x="209816" y="179851"/>
                  </a:lnTo>
                  <a:cubicBezTo>
                    <a:pt x="218093" y="179851"/>
                    <a:pt x="224809" y="186556"/>
                    <a:pt x="224809" y="194833"/>
                  </a:cubicBezTo>
                  <a:lnTo>
                    <a:pt x="224809" y="224809"/>
                  </a:lnTo>
                  <a:lnTo>
                    <a:pt x="0" y="224809"/>
                  </a:lnTo>
                </a:path>
              </a:pathLst>
            </a:custGeom>
            <a:solidFill>
              <a:srgbClr val="6DA198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1941773" y="1732427"/>
              <a:ext cx="224809" cy="449618"/>
            </a:xfrm>
            <a:custGeom>
              <a:avLst/>
              <a:gdLst/>
              <a:ahLst/>
              <a:cxnLst/>
              <a:rect l="0" t="0" r="0" b="0"/>
              <a:pathLst>
                <a:path w="224809" h="449618">
                  <a:moveTo>
                    <a:pt x="0" y="449618"/>
                  </a:moveTo>
                  <a:lnTo>
                    <a:pt x="0" y="419642"/>
                  </a:lnTo>
                  <a:cubicBezTo>
                    <a:pt x="0" y="411365"/>
                    <a:pt x="6705" y="404650"/>
                    <a:pt x="14982" y="404650"/>
                  </a:cubicBezTo>
                  <a:lnTo>
                    <a:pt x="22479" y="404650"/>
                  </a:lnTo>
                  <a:lnTo>
                    <a:pt x="22479" y="44967"/>
                  </a:lnTo>
                  <a:lnTo>
                    <a:pt x="14982" y="44967"/>
                  </a:lnTo>
                  <a:cubicBezTo>
                    <a:pt x="6705" y="44967"/>
                    <a:pt x="0" y="38252"/>
                    <a:pt x="0" y="29975"/>
                  </a:cubicBezTo>
                  <a:lnTo>
                    <a:pt x="0" y="0"/>
                  </a:lnTo>
                  <a:lnTo>
                    <a:pt x="224809" y="0"/>
                  </a:lnTo>
                  <a:lnTo>
                    <a:pt x="224809" y="29975"/>
                  </a:lnTo>
                  <a:cubicBezTo>
                    <a:pt x="224809" y="38252"/>
                    <a:pt x="218093" y="44967"/>
                    <a:pt x="209816" y="44967"/>
                  </a:cubicBezTo>
                  <a:lnTo>
                    <a:pt x="202320" y="44967"/>
                  </a:lnTo>
                  <a:lnTo>
                    <a:pt x="202320" y="404650"/>
                  </a:lnTo>
                  <a:lnTo>
                    <a:pt x="209816" y="404650"/>
                  </a:lnTo>
                  <a:cubicBezTo>
                    <a:pt x="218093" y="404650"/>
                    <a:pt x="224809" y="411365"/>
                    <a:pt x="224809" y="419642"/>
                  </a:cubicBezTo>
                  <a:lnTo>
                    <a:pt x="224809" y="449618"/>
                  </a:lnTo>
                  <a:lnTo>
                    <a:pt x="0" y="449618"/>
                  </a:lnTo>
                </a:path>
              </a:pathLst>
            </a:custGeom>
            <a:solidFill>
              <a:srgbClr val="6DA198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3088278" y="1395223"/>
              <a:ext cx="337213" cy="337204"/>
            </a:xfrm>
            <a:custGeom>
              <a:avLst/>
              <a:gdLst/>
              <a:ahLst/>
              <a:cxnLst/>
              <a:rect l="0" t="0" r="0" b="0"/>
              <a:pathLst>
                <a:path w="337213" h="337204">
                  <a:moveTo>
                    <a:pt x="314734" y="202320"/>
                  </a:moveTo>
                  <a:cubicBezTo>
                    <a:pt x="314734" y="102993"/>
                    <a:pt x="234210" y="22479"/>
                    <a:pt x="134883" y="22479"/>
                  </a:cubicBezTo>
                  <a:lnTo>
                    <a:pt x="44967" y="22479"/>
                  </a:lnTo>
                  <a:lnTo>
                    <a:pt x="44967" y="14982"/>
                  </a:lnTo>
                  <a:cubicBezTo>
                    <a:pt x="44967" y="6705"/>
                    <a:pt x="38252" y="0"/>
                    <a:pt x="29975" y="0"/>
                  </a:cubicBezTo>
                  <a:lnTo>
                    <a:pt x="0" y="0"/>
                  </a:lnTo>
                  <a:lnTo>
                    <a:pt x="0" y="224799"/>
                  </a:lnTo>
                  <a:lnTo>
                    <a:pt x="29975" y="224799"/>
                  </a:lnTo>
                  <a:cubicBezTo>
                    <a:pt x="38252" y="224799"/>
                    <a:pt x="44967" y="218093"/>
                    <a:pt x="44967" y="209816"/>
                  </a:cubicBezTo>
                  <a:lnTo>
                    <a:pt x="44967" y="202320"/>
                  </a:lnTo>
                  <a:lnTo>
                    <a:pt x="104917" y="202320"/>
                  </a:lnTo>
                  <a:cubicBezTo>
                    <a:pt x="121462" y="202320"/>
                    <a:pt x="134883" y="215741"/>
                    <a:pt x="134883" y="232295"/>
                  </a:cubicBezTo>
                  <a:lnTo>
                    <a:pt x="134883" y="292246"/>
                  </a:lnTo>
                  <a:lnTo>
                    <a:pt x="127396" y="292246"/>
                  </a:lnTo>
                  <a:cubicBezTo>
                    <a:pt x="119119" y="292246"/>
                    <a:pt x="112404" y="298951"/>
                    <a:pt x="112404" y="307228"/>
                  </a:cubicBezTo>
                  <a:lnTo>
                    <a:pt x="112404" y="337204"/>
                  </a:lnTo>
                  <a:lnTo>
                    <a:pt x="337213" y="337204"/>
                  </a:lnTo>
                  <a:lnTo>
                    <a:pt x="337213" y="307228"/>
                  </a:lnTo>
                  <a:cubicBezTo>
                    <a:pt x="337213" y="298951"/>
                    <a:pt x="330498" y="292246"/>
                    <a:pt x="322221" y="292246"/>
                  </a:cubicBezTo>
                  <a:lnTo>
                    <a:pt x="314734" y="292246"/>
                  </a:lnTo>
                  <a:lnTo>
                    <a:pt x="314734" y="202320"/>
                  </a:lnTo>
                </a:path>
              </a:pathLst>
            </a:custGeom>
            <a:solidFill>
              <a:srgbClr val="6DA198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1941773" y="1395223"/>
              <a:ext cx="337204" cy="337204"/>
            </a:xfrm>
            <a:custGeom>
              <a:avLst/>
              <a:gdLst/>
              <a:ahLst/>
              <a:cxnLst/>
              <a:rect l="0" t="0" r="0" b="0"/>
              <a:pathLst>
                <a:path w="337204" h="337204">
                  <a:moveTo>
                    <a:pt x="22479" y="202320"/>
                  </a:moveTo>
                  <a:cubicBezTo>
                    <a:pt x="22479" y="102993"/>
                    <a:pt x="103003" y="22479"/>
                    <a:pt x="202320" y="22479"/>
                  </a:cubicBezTo>
                  <a:lnTo>
                    <a:pt x="292246" y="22479"/>
                  </a:lnTo>
                  <a:lnTo>
                    <a:pt x="292246" y="14982"/>
                  </a:lnTo>
                  <a:cubicBezTo>
                    <a:pt x="292246" y="6705"/>
                    <a:pt x="298961" y="0"/>
                    <a:pt x="307238" y="0"/>
                  </a:cubicBezTo>
                  <a:lnTo>
                    <a:pt x="337204" y="0"/>
                  </a:lnTo>
                  <a:lnTo>
                    <a:pt x="337204" y="224799"/>
                  </a:lnTo>
                  <a:lnTo>
                    <a:pt x="307238" y="224799"/>
                  </a:lnTo>
                  <a:cubicBezTo>
                    <a:pt x="298961" y="224799"/>
                    <a:pt x="292246" y="218093"/>
                    <a:pt x="292246" y="209816"/>
                  </a:cubicBezTo>
                  <a:lnTo>
                    <a:pt x="292246" y="202320"/>
                  </a:lnTo>
                  <a:lnTo>
                    <a:pt x="232295" y="202320"/>
                  </a:lnTo>
                  <a:cubicBezTo>
                    <a:pt x="215741" y="202320"/>
                    <a:pt x="202320" y="215741"/>
                    <a:pt x="202320" y="232295"/>
                  </a:cubicBezTo>
                  <a:lnTo>
                    <a:pt x="202320" y="292246"/>
                  </a:lnTo>
                  <a:lnTo>
                    <a:pt x="209816" y="292246"/>
                  </a:lnTo>
                  <a:cubicBezTo>
                    <a:pt x="218093" y="292246"/>
                    <a:pt x="224809" y="298951"/>
                    <a:pt x="224809" y="307228"/>
                  </a:cubicBezTo>
                  <a:lnTo>
                    <a:pt x="224809" y="337204"/>
                  </a:lnTo>
                  <a:lnTo>
                    <a:pt x="0" y="337204"/>
                  </a:lnTo>
                  <a:lnTo>
                    <a:pt x="0" y="307228"/>
                  </a:lnTo>
                  <a:cubicBezTo>
                    <a:pt x="0" y="298951"/>
                    <a:pt x="6705" y="292246"/>
                    <a:pt x="14982" y="292246"/>
                  </a:cubicBezTo>
                  <a:lnTo>
                    <a:pt x="22479" y="292246"/>
                  </a:lnTo>
                  <a:lnTo>
                    <a:pt x="22479" y="202320"/>
                  </a:lnTo>
                </a:path>
              </a:pathLst>
            </a:custGeom>
            <a:solidFill>
              <a:srgbClr val="6DA198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Rounded Rectangle 54"/>
            <p:cNvSpPr/>
            <p:nvPr/>
          </p:nvSpPr>
          <p:spPr>
            <a:xfrm>
              <a:off x="2458828" y="1282819"/>
              <a:ext cx="449608" cy="449608"/>
            </a:xfrm>
            <a:custGeom>
              <a:avLst/>
              <a:gdLst/>
              <a:ahLst/>
              <a:cxnLst/>
              <a:rect l="0" t="0" r="0" b="0"/>
              <a:pathLst>
                <a:path w="449608" h="449608">
                  <a:moveTo>
                    <a:pt x="449608" y="224809"/>
                  </a:moveTo>
                  <a:cubicBezTo>
                    <a:pt x="449608" y="348957"/>
                    <a:pt x="348957" y="449608"/>
                    <a:pt x="224799" y="449608"/>
                  </a:cubicBezTo>
                  <a:cubicBezTo>
                    <a:pt x="100650" y="449608"/>
                    <a:pt x="0" y="348957"/>
                    <a:pt x="0" y="224809"/>
                  </a:cubicBezTo>
                  <a:cubicBezTo>
                    <a:pt x="0" y="100650"/>
                    <a:pt x="100650" y="0"/>
                    <a:pt x="224799" y="0"/>
                  </a:cubicBezTo>
                  <a:cubicBezTo>
                    <a:pt x="348957" y="0"/>
                    <a:pt x="449608" y="100650"/>
                    <a:pt x="449608" y="224809"/>
                  </a:cubicBezTo>
                </a:path>
              </a:pathLst>
            </a:custGeom>
            <a:solidFill>
              <a:srgbClr val="6DA198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1941773" y="1282819"/>
            <a:ext cx="1483717" cy="899222"/>
            <a:chOff x="1941773" y="1282819"/>
            <a:chExt cx="1483717" cy="899222"/>
          </a:xfrm>
        </p:grpSpPr>
        <p:sp>
          <p:nvSpPr>
            <p:cNvPr id="57" name="Rounded Rectangle 56"/>
            <p:cNvSpPr/>
            <p:nvPr/>
          </p:nvSpPr>
          <p:spPr>
            <a:xfrm>
              <a:off x="2278981" y="1395222"/>
              <a:ext cx="809300" cy="224805"/>
            </a:xfrm>
            <a:custGeom>
              <a:avLst/>
              <a:gdLst/>
              <a:ahLst/>
              <a:cxnLst/>
              <a:rect l="0" t="0" r="0" b="0"/>
              <a:pathLst>
                <a:path w="809300" h="224805">
                  <a:moveTo>
                    <a:pt x="610749" y="202325"/>
                  </a:moveTo>
                  <a:cubicBezTo>
                    <a:pt x="622781" y="174787"/>
                    <a:pt x="629455" y="144374"/>
                    <a:pt x="629455" y="112402"/>
                  </a:cubicBezTo>
                  <a:cubicBezTo>
                    <a:pt x="629455" y="80430"/>
                    <a:pt x="622781" y="50017"/>
                    <a:pt x="610749" y="22480"/>
                  </a:cubicBezTo>
                  <a:lnTo>
                    <a:pt x="764339" y="22480"/>
                  </a:lnTo>
                  <a:lnTo>
                    <a:pt x="764339" y="14987"/>
                  </a:lnTo>
                  <a:cubicBezTo>
                    <a:pt x="764339" y="6709"/>
                    <a:pt x="771049" y="0"/>
                    <a:pt x="779326" y="0"/>
                  </a:cubicBezTo>
                  <a:lnTo>
                    <a:pt x="809300" y="0"/>
                  </a:lnTo>
                  <a:lnTo>
                    <a:pt x="809300" y="224805"/>
                  </a:lnTo>
                  <a:lnTo>
                    <a:pt x="779326" y="224805"/>
                  </a:lnTo>
                  <a:cubicBezTo>
                    <a:pt x="771049" y="224805"/>
                    <a:pt x="764339" y="218096"/>
                    <a:pt x="764339" y="209818"/>
                  </a:cubicBezTo>
                  <a:lnTo>
                    <a:pt x="764339" y="202325"/>
                  </a:lnTo>
                  <a:lnTo>
                    <a:pt x="610749" y="202325"/>
                  </a:lnTo>
                  <a:close/>
                  <a:moveTo>
                    <a:pt x="198550" y="202325"/>
                  </a:moveTo>
                  <a:lnTo>
                    <a:pt x="44961" y="202325"/>
                  </a:lnTo>
                  <a:lnTo>
                    <a:pt x="44961" y="209818"/>
                  </a:lnTo>
                  <a:cubicBezTo>
                    <a:pt x="44961" y="218096"/>
                    <a:pt x="38251" y="224805"/>
                    <a:pt x="29974" y="224805"/>
                  </a:cubicBezTo>
                  <a:lnTo>
                    <a:pt x="0" y="224805"/>
                  </a:lnTo>
                  <a:lnTo>
                    <a:pt x="0" y="0"/>
                  </a:lnTo>
                  <a:lnTo>
                    <a:pt x="29974" y="0"/>
                  </a:lnTo>
                  <a:cubicBezTo>
                    <a:pt x="38251" y="0"/>
                    <a:pt x="44961" y="6709"/>
                    <a:pt x="44961" y="14987"/>
                  </a:cubicBezTo>
                  <a:lnTo>
                    <a:pt x="44961" y="22480"/>
                  </a:lnTo>
                  <a:lnTo>
                    <a:pt x="198550" y="22480"/>
                  </a:lnTo>
                  <a:cubicBezTo>
                    <a:pt x="186519" y="50017"/>
                    <a:pt x="179844" y="80430"/>
                    <a:pt x="179844" y="112402"/>
                  </a:cubicBezTo>
                  <a:cubicBezTo>
                    <a:pt x="179844" y="144374"/>
                    <a:pt x="186519" y="174787"/>
                    <a:pt x="198550" y="202325"/>
                  </a:cubicBezTo>
                  <a:close/>
                  <a:moveTo>
                    <a:pt x="764339" y="22480"/>
                  </a:moveTo>
                  <a:lnTo>
                    <a:pt x="764339" y="202325"/>
                  </a:lnTo>
                  <a:moveTo>
                    <a:pt x="44961" y="202325"/>
                  </a:moveTo>
                  <a:lnTo>
                    <a:pt x="44961" y="22480"/>
                  </a:lnTo>
                </a:path>
              </a:pathLst>
            </a:custGeom>
            <a:noFill/>
            <a:ln w="22481">
              <a:solidFill>
                <a:srgbClr val="FDFBF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3200685" y="1732430"/>
              <a:ext cx="224805" cy="224805"/>
            </a:xfrm>
            <a:custGeom>
              <a:avLst/>
              <a:gdLst/>
              <a:ahLst/>
              <a:cxnLst/>
              <a:rect l="0" t="0" r="0" b="0"/>
              <a:pathLst>
                <a:path w="224805" h="224805">
                  <a:moveTo>
                    <a:pt x="0" y="224805"/>
                  </a:moveTo>
                  <a:lnTo>
                    <a:pt x="0" y="194831"/>
                  </a:lnTo>
                  <a:cubicBezTo>
                    <a:pt x="0" y="186554"/>
                    <a:pt x="6709" y="179844"/>
                    <a:pt x="14987" y="179844"/>
                  </a:cubicBezTo>
                  <a:lnTo>
                    <a:pt x="22480" y="179844"/>
                  </a:lnTo>
                  <a:lnTo>
                    <a:pt x="22480" y="44961"/>
                  </a:lnTo>
                  <a:lnTo>
                    <a:pt x="14987" y="44961"/>
                  </a:lnTo>
                  <a:cubicBezTo>
                    <a:pt x="6709" y="44961"/>
                    <a:pt x="0" y="38251"/>
                    <a:pt x="0" y="29974"/>
                  </a:cubicBezTo>
                  <a:lnTo>
                    <a:pt x="0" y="0"/>
                  </a:lnTo>
                  <a:lnTo>
                    <a:pt x="224805" y="0"/>
                  </a:lnTo>
                  <a:lnTo>
                    <a:pt x="224805" y="29974"/>
                  </a:lnTo>
                  <a:cubicBezTo>
                    <a:pt x="224805" y="38251"/>
                    <a:pt x="218095" y="44961"/>
                    <a:pt x="209818" y="44961"/>
                  </a:cubicBezTo>
                  <a:lnTo>
                    <a:pt x="202325" y="44961"/>
                  </a:lnTo>
                  <a:lnTo>
                    <a:pt x="202325" y="179844"/>
                  </a:lnTo>
                  <a:lnTo>
                    <a:pt x="209818" y="179844"/>
                  </a:lnTo>
                  <a:cubicBezTo>
                    <a:pt x="218095" y="179844"/>
                    <a:pt x="224805" y="186554"/>
                    <a:pt x="224805" y="194831"/>
                  </a:cubicBezTo>
                  <a:lnTo>
                    <a:pt x="224805" y="224805"/>
                  </a:lnTo>
                  <a:lnTo>
                    <a:pt x="0" y="224805"/>
                  </a:lnTo>
                  <a:close/>
                  <a:moveTo>
                    <a:pt x="22480" y="179844"/>
                  </a:moveTo>
                  <a:lnTo>
                    <a:pt x="202325" y="179844"/>
                  </a:lnTo>
                  <a:moveTo>
                    <a:pt x="22480" y="44961"/>
                  </a:moveTo>
                  <a:lnTo>
                    <a:pt x="202325" y="44961"/>
                  </a:lnTo>
                </a:path>
              </a:pathLst>
            </a:custGeom>
            <a:noFill/>
            <a:ln w="22481">
              <a:solidFill>
                <a:srgbClr val="FDFBF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1941773" y="1732430"/>
              <a:ext cx="224805" cy="449611"/>
            </a:xfrm>
            <a:custGeom>
              <a:avLst/>
              <a:gdLst/>
              <a:ahLst/>
              <a:cxnLst/>
              <a:rect l="0" t="0" r="0" b="0"/>
              <a:pathLst>
                <a:path w="224805" h="449611">
                  <a:moveTo>
                    <a:pt x="0" y="449611"/>
                  </a:moveTo>
                  <a:lnTo>
                    <a:pt x="0" y="419637"/>
                  </a:lnTo>
                  <a:cubicBezTo>
                    <a:pt x="0" y="411359"/>
                    <a:pt x="6709" y="404650"/>
                    <a:pt x="14987" y="404650"/>
                  </a:cubicBezTo>
                  <a:lnTo>
                    <a:pt x="22480" y="404650"/>
                  </a:lnTo>
                  <a:lnTo>
                    <a:pt x="22480" y="44961"/>
                  </a:lnTo>
                  <a:lnTo>
                    <a:pt x="14987" y="44961"/>
                  </a:lnTo>
                  <a:cubicBezTo>
                    <a:pt x="6709" y="44961"/>
                    <a:pt x="0" y="38251"/>
                    <a:pt x="0" y="29974"/>
                  </a:cubicBezTo>
                  <a:lnTo>
                    <a:pt x="0" y="0"/>
                  </a:lnTo>
                  <a:lnTo>
                    <a:pt x="224805" y="0"/>
                  </a:lnTo>
                  <a:lnTo>
                    <a:pt x="224805" y="29974"/>
                  </a:lnTo>
                  <a:cubicBezTo>
                    <a:pt x="224805" y="38251"/>
                    <a:pt x="218095" y="44961"/>
                    <a:pt x="209818" y="44961"/>
                  </a:cubicBezTo>
                  <a:lnTo>
                    <a:pt x="202325" y="44961"/>
                  </a:lnTo>
                  <a:lnTo>
                    <a:pt x="202325" y="404650"/>
                  </a:lnTo>
                  <a:lnTo>
                    <a:pt x="209818" y="404650"/>
                  </a:lnTo>
                  <a:cubicBezTo>
                    <a:pt x="218095" y="404650"/>
                    <a:pt x="224805" y="411359"/>
                    <a:pt x="224805" y="419637"/>
                  </a:cubicBezTo>
                  <a:lnTo>
                    <a:pt x="224805" y="449611"/>
                  </a:lnTo>
                  <a:lnTo>
                    <a:pt x="0" y="449611"/>
                  </a:lnTo>
                  <a:close/>
                  <a:moveTo>
                    <a:pt x="22480" y="404650"/>
                  </a:moveTo>
                  <a:lnTo>
                    <a:pt x="202325" y="404650"/>
                  </a:lnTo>
                  <a:moveTo>
                    <a:pt x="22480" y="44961"/>
                  </a:moveTo>
                  <a:lnTo>
                    <a:pt x="202325" y="44961"/>
                  </a:lnTo>
                </a:path>
              </a:pathLst>
            </a:custGeom>
            <a:noFill/>
            <a:ln w="22481">
              <a:solidFill>
                <a:srgbClr val="FDFBF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3088282" y="1395222"/>
              <a:ext cx="337208" cy="337208"/>
            </a:xfrm>
            <a:custGeom>
              <a:avLst/>
              <a:gdLst/>
              <a:ahLst/>
              <a:cxnLst/>
              <a:rect l="0" t="0" r="0" b="0"/>
              <a:pathLst>
                <a:path w="337208" h="337208">
                  <a:moveTo>
                    <a:pt x="314728" y="202325"/>
                  </a:moveTo>
                  <a:cubicBezTo>
                    <a:pt x="314728" y="102999"/>
                    <a:pt x="234208" y="22480"/>
                    <a:pt x="134883" y="22480"/>
                  </a:cubicBezTo>
                  <a:lnTo>
                    <a:pt x="44961" y="22480"/>
                  </a:lnTo>
                  <a:lnTo>
                    <a:pt x="44961" y="14987"/>
                  </a:lnTo>
                  <a:cubicBezTo>
                    <a:pt x="44961" y="6709"/>
                    <a:pt x="38251" y="0"/>
                    <a:pt x="29974" y="0"/>
                  </a:cubicBezTo>
                  <a:lnTo>
                    <a:pt x="0" y="0"/>
                  </a:lnTo>
                  <a:lnTo>
                    <a:pt x="0" y="224805"/>
                  </a:lnTo>
                  <a:lnTo>
                    <a:pt x="29974" y="224805"/>
                  </a:lnTo>
                  <a:cubicBezTo>
                    <a:pt x="38251" y="224805"/>
                    <a:pt x="44961" y="218096"/>
                    <a:pt x="44961" y="209818"/>
                  </a:cubicBezTo>
                  <a:lnTo>
                    <a:pt x="44961" y="202325"/>
                  </a:lnTo>
                  <a:lnTo>
                    <a:pt x="104909" y="202325"/>
                  </a:lnTo>
                  <a:cubicBezTo>
                    <a:pt x="121463" y="202325"/>
                    <a:pt x="134883" y="215745"/>
                    <a:pt x="134883" y="232299"/>
                  </a:cubicBezTo>
                  <a:lnTo>
                    <a:pt x="134883" y="292247"/>
                  </a:lnTo>
                  <a:lnTo>
                    <a:pt x="127389" y="292247"/>
                  </a:lnTo>
                  <a:cubicBezTo>
                    <a:pt x="119112" y="292247"/>
                    <a:pt x="112402" y="298957"/>
                    <a:pt x="112402" y="307234"/>
                  </a:cubicBezTo>
                  <a:lnTo>
                    <a:pt x="112402" y="337208"/>
                  </a:lnTo>
                  <a:lnTo>
                    <a:pt x="337208" y="337208"/>
                  </a:lnTo>
                  <a:lnTo>
                    <a:pt x="337208" y="307234"/>
                  </a:lnTo>
                  <a:cubicBezTo>
                    <a:pt x="337208" y="298957"/>
                    <a:pt x="330498" y="292247"/>
                    <a:pt x="322221" y="292247"/>
                  </a:cubicBezTo>
                  <a:lnTo>
                    <a:pt x="314728" y="292247"/>
                  </a:lnTo>
                  <a:close/>
                  <a:moveTo>
                    <a:pt x="44961" y="202325"/>
                  </a:moveTo>
                  <a:lnTo>
                    <a:pt x="44961" y="22480"/>
                  </a:lnTo>
                  <a:moveTo>
                    <a:pt x="314728" y="292247"/>
                  </a:moveTo>
                  <a:lnTo>
                    <a:pt x="134883" y="292247"/>
                  </a:lnTo>
                </a:path>
              </a:pathLst>
            </a:custGeom>
            <a:noFill/>
            <a:ln w="22481">
              <a:solidFill>
                <a:srgbClr val="FDFBF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1941773" y="1395222"/>
              <a:ext cx="337208" cy="337208"/>
            </a:xfrm>
            <a:custGeom>
              <a:avLst/>
              <a:gdLst/>
              <a:ahLst/>
              <a:cxnLst/>
              <a:rect l="0" t="0" r="0" b="0"/>
              <a:pathLst>
                <a:path w="337208" h="337208">
                  <a:moveTo>
                    <a:pt x="22480" y="202325"/>
                  </a:moveTo>
                  <a:cubicBezTo>
                    <a:pt x="22480" y="102999"/>
                    <a:pt x="102999" y="22480"/>
                    <a:pt x="202325" y="22480"/>
                  </a:cubicBezTo>
                  <a:lnTo>
                    <a:pt x="292247" y="22480"/>
                  </a:lnTo>
                  <a:lnTo>
                    <a:pt x="292247" y="14987"/>
                  </a:lnTo>
                  <a:cubicBezTo>
                    <a:pt x="292247" y="6709"/>
                    <a:pt x="298957" y="0"/>
                    <a:pt x="307234" y="0"/>
                  </a:cubicBezTo>
                  <a:lnTo>
                    <a:pt x="337208" y="0"/>
                  </a:lnTo>
                  <a:lnTo>
                    <a:pt x="337208" y="224805"/>
                  </a:lnTo>
                  <a:lnTo>
                    <a:pt x="307234" y="224805"/>
                  </a:lnTo>
                  <a:cubicBezTo>
                    <a:pt x="298957" y="224805"/>
                    <a:pt x="292247" y="218096"/>
                    <a:pt x="292247" y="209818"/>
                  </a:cubicBezTo>
                  <a:lnTo>
                    <a:pt x="292247" y="202325"/>
                  </a:lnTo>
                  <a:lnTo>
                    <a:pt x="232299" y="202325"/>
                  </a:lnTo>
                  <a:cubicBezTo>
                    <a:pt x="215745" y="202325"/>
                    <a:pt x="202325" y="215745"/>
                    <a:pt x="202325" y="232299"/>
                  </a:cubicBezTo>
                  <a:lnTo>
                    <a:pt x="202325" y="292247"/>
                  </a:lnTo>
                  <a:lnTo>
                    <a:pt x="209818" y="292247"/>
                  </a:lnTo>
                  <a:cubicBezTo>
                    <a:pt x="218095" y="292247"/>
                    <a:pt x="224805" y="298957"/>
                    <a:pt x="224805" y="307234"/>
                  </a:cubicBezTo>
                  <a:lnTo>
                    <a:pt x="224805" y="337208"/>
                  </a:lnTo>
                  <a:lnTo>
                    <a:pt x="0" y="337208"/>
                  </a:lnTo>
                  <a:lnTo>
                    <a:pt x="0" y="307234"/>
                  </a:lnTo>
                  <a:cubicBezTo>
                    <a:pt x="0" y="298957"/>
                    <a:pt x="6709" y="292247"/>
                    <a:pt x="14987" y="292247"/>
                  </a:cubicBezTo>
                  <a:lnTo>
                    <a:pt x="22480" y="292247"/>
                  </a:lnTo>
                  <a:close/>
                  <a:moveTo>
                    <a:pt x="292247" y="22480"/>
                  </a:moveTo>
                  <a:lnTo>
                    <a:pt x="292247" y="202325"/>
                  </a:lnTo>
                  <a:moveTo>
                    <a:pt x="22480" y="292247"/>
                  </a:moveTo>
                  <a:lnTo>
                    <a:pt x="202325" y="292247"/>
                  </a:lnTo>
                </a:path>
              </a:pathLst>
            </a:custGeom>
            <a:noFill/>
            <a:ln w="22481">
              <a:solidFill>
                <a:srgbClr val="FDFBF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2458826" y="1282819"/>
              <a:ext cx="449611" cy="449611"/>
            </a:xfrm>
            <a:custGeom>
              <a:avLst/>
              <a:gdLst/>
              <a:ahLst/>
              <a:cxnLst/>
              <a:rect l="0" t="0" r="0" b="0"/>
              <a:pathLst>
                <a:path w="449611" h="449611">
                  <a:moveTo>
                    <a:pt x="449611" y="224805"/>
                  </a:moveTo>
                  <a:cubicBezTo>
                    <a:pt x="449611" y="348962"/>
                    <a:pt x="348962" y="449611"/>
                    <a:pt x="224805" y="449611"/>
                  </a:cubicBezTo>
                  <a:cubicBezTo>
                    <a:pt x="100649" y="449611"/>
                    <a:pt x="0" y="348962"/>
                    <a:pt x="0" y="224805"/>
                  </a:cubicBezTo>
                  <a:cubicBezTo>
                    <a:pt x="0" y="100649"/>
                    <a:pt x="100649" y="0"/>
                    <a:pt x="224805" y="0"/>
                  </a:cubicBezTo>
                  <a:cubicBezTo>
                    <a:pt x="348962" y="0"/>
                    <a:pt x="449611" y="100649"/>
                    <a:pt x="449611" y="224805"/>
                  </a:cubicBezTo>
                  <a:close/>
                </a:path>
              </a:pathLst>
            </a:custGeom>
            <a:noFill/>
            <a:ln w="22481">
              <a:solidFill>
                <a:srgbClr val="FDFBF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1020069" y="2182042"/>
            <a:ext cx="1146505" cy="899226"/>
            <a:chOff x="1020069" y="2182042"/>
            <a:chExt cx="1146505" cy="899226"/>
          </a:xfrm>
        </p:grpSpPr>
        <p:sp>
          <p:nvSpPr>
            <p:cNvPr id="64" name="Rounded Rectangle 63"/>
            <p:cNvSpPr/>
            <p:nvPr/>
          </p:nvSpPr>
          <p:spPr>
            <a:xfrm>
              <a:off x="1941775" y="2182042"/>
              <a:ext cx="224799" cy="449608"/>
            </a:xfrm>
            <a:custGeom>
              <a:avLst/>
              <a:gdLst/>
              <a:ahLst/>
              <a:cxnLst/>
              <a:rect l="0" t="0" r="0" b="0"/>
              <a:pathLst>
                <a:path w="224799" h="449608">
                  <a:moveTo>
                    <a:pt x="0" y="449608"/>
                  </a:moveTo>
                  <a:lnTo>
                    <a:pt x="0" y="419633"/>
                  </a:lnTo>
                  <a:cubicBezTo>
                    <a:pt x="0" y="411356"/>
                    <a:pt x="6705" y="404650"/>
                    <a:pt x="14982" y="404650"/>
                  </a:cubicBezTo>
                  <a:lnTo>
                    <a:pt x="22479" y="404650"/>
                  </a:lnTo>
                  <a:lnTo>
                    <a:pt x="22479" y="44957"/>
                  </a:lnTo>
                  <a:lnTo>
                    <a:pt x="14982" y="44957"/>
                  </a:lnTo>
                  <a:cubicBezTo>
                    <a:pt x="6705" y="44957"/>
                    <a:pt x="0" y="38252"/>
                    <a:pt x="0" y="29975"/>
                  </a:cubicBezTo>
                  <a:lnTo>
                    <a:pt x="0" y="0"/>
                  </a:lnTo>
                  <a:lnTo>
                    <a:pt x="224799" y="0"/>
                  </a:lnTo>
                  <a:lnTo>
                    <a:pt x="224799" y="29975"/>
                  </a:lnTo>
                  <a:cubicBezTo>
                    <a:pt x="224799" y="38252"/>
                    <a:pt x="218093" y="44957"/>
                    <a:pt x="209816" y="44957"/>
                  </a:cubicBezTo>
                  <a:lnTo>
                    <a:pt x="202320" y="44957"/>
                  </a:lnTo>
                  <a:lnTo>
                    <a:pt x="202320" y="404650"/>
                  </a:lnTo>
                  <a:lnTo>
                    <a:pt x="209816" y="404650"/>
                  </a:lnTo>
                  <a:cubicBezTo>
                    <a:pt x="218093" y="404650"/>
                    <a:pt x="224799" y="411356"/>
                    <a:pt x="224799" y="419633"/>
                  </a:cubicBezTo>
                  <a:lnTo>
                    <a:pt x="224799" y="449608"/>
                  </a:lnTo>
                  <a:lnTo>
                    <a:pt x="0" y="449608"/>
                  </a:lnTo>
                </a:path>
              </a:pathLst>
            </a:custGeom>
            <a:solidFill>
              <a:srgbClr val="6DA198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Rounded Rectangle 64"/>
            <p:cNvSpPr/>
            <p:nvPr/>
          </p:nvSpPr>
          <p:spPr>
            <a:xfrm>
              <a:off x="1020069" y="2744055"/>
              <a:ext cx="809301" cy="224809"/>
            </a:xfrm>
            <a:custGeom>
              <a:avLst/>
              <a:gdLst/>
              <a:ahLst/>
              <a:cxnLst/>
              <a:rect l="0" t="0" r="0" b="0"/>
              <a:pathLst>
                <a:path w="809301" h="224809">
                  <a:moveTo>
                    <a:pt x="610752" y="202330"/>
                  </a:moveTo>
                  <a:cubicBezTo>
                    <a:pt x="622782" y="174793"/>
                    <a:pt x="629459" y="144379"/>
                    <a:pt x="629459" y="112404"/>
                  </a:cubicBezTo>
                  <a:cubicBezTo>
                    <a:pt x="629459" y="80429"/>
                    <a:pt x="622782" y="50015"/>
                    <a:pt x="610752" y="22479"/>
                  </a:cubicBezTo>
                  <a:lnTo>
                    <a:pt x="764343" y="22479"/>
                  </a:lnTo>
                  <a:lnTo>
                    <a:pt x="764343" y="14992"/>
                  </a:lnTo>
                  <a:cubicBezTo>
                    <a:pt x="764343" y="6715"/>
                    <a:pt x="771048" y="0"/>
                    <a:pt x="779325" y="0"/>
                  </a:cubicBezTo>
                  <a:lnTo>
                    <a:pt x="809301" y="0"/>
                  </a:lnTo>
                  <a:lnTo>
                    <a:pt x="809301" y="224809"/>
                  </a:lnTo>
                  <a:lnTo>
                    <a:pt x="779325" y="224809"/>
                  </a:lnTo>
                  <a:cubicBezTo>
                    <a:pt x="771048" y="224809"/>
                    <a:pt x="764343" y="218093"/>
                    <a:pt x="764343" y="209816"/>
                  </a:cubicBezTo>
                  <a:lnTo>
                    <a:pt x="764343" y="202330"/>
                  </a:lnTo>
                  <a:lnTo>
                    <a:pt x="610752" y="202330"/>
                  </a:lnTo>
                  <a:moveTo>
                    <a:pt x="198548" y="202330"/>
                  </a:moveTo>
                  <a:lnTo>
                    <a:pt x="44957" y="202330"/>
                  </a:lnTo>
                  <a:lnTo>
                    <a:pt x="44957" y="209816"/>
                  </a:lnTo>
                  <a:cubicBezTo>
                    <a:pt x="44957" y="218093"/>
                    <a:pt x="38252" y="224809"/>
                    <a:pt x="29975" y="224809"/>
                  </a:cubicBezTo>
                  <a:lnTo>
                    <a:pt x="0" y="224809"/>
                  </a:lnTo>
                  <a:lnTo>
                    <a:pt x="0" y="0"/>
                  </a:lnTo>
                  <a:lnTo>
                    <a:pt x="29975" y="0"/>
                  </a:lnTo>
                  <a:cubicBezTo>
                    <a:pt x="38252" y="0"/>
                    <a:pt x="44957" y="6715"/>
                    <a:pt x="44957" y="14992"/>
                  </a:cubicBezTo>
                  <a:lnTo>
                    <a:pt x="44957" y="22479"/>
                  </a:lnTo>
                  <a:lnTo>
                    <a:pt x="198548" y="22479"/>
                  </a:lnTo>
                  <a:cubicBezTo>
                    <a:pt x="186518" y="50015"/>
                    <a:pt x="179841" y="80429"/>
                    <a:pt x="179841" y="112404"/>
                  </a:cubicBezTo>
                  <a:cubicBezTo>
                    <a:pt x="179841" y="144379"/>
                    <a:pt x="186518" y="174793"/>
                    <a:pt x="198548" y="202330"/>
                  </a:cubicBezTo>
                </a:path>
              </a:pathLst>
            </a:custGeom>
            <a:solidFill>
              <a:srgbClr val="6DA198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1829370" y="2631650"/>
              <a:ext cx="337204" cy="337213"/>
            </a:xfrm>
            <a:custGeom>
              <a:avLst/>
              <a:gdLst/>
              <a:ahLst/>
              <a:cxnLst/>
              <a:rect l="0" t="0" r="0" b="0"/>
              <a:pathLst>
                <a:path w="337204" h="337213">
                  <a:moveTo>
                    <a:pt x="314725" y="134883"/>
                  </a:moveTo>
                  <a:cubicBezTo>
                    <a:pt x="314725" y="234210"/>
                    <a:pt x="234210" y="314734"/>
                    <a:pt x="134883" y="314734"/>
                  </a:cubicBezTo>
                  <a:lnTo>
                    <a:pt x="44957" y="314734"/>
                  </a:lnTo>
                  <a:lnTo>
                    <a:pt x="44957" y="322221"/>
                  </a:lnTo>
                  <a:cubicBezTo>
                    <a:pt x="44957" y="330498"/>
                    <a:pt x="38252" y="337213"/>
                    <a:pt x="29975" y="337213"/>
                  </a:cubicBezTo>
                  <a:lnTo>
                    <a:pt x="0" y="337213"/>
                  </a:lnTo>
                  <a:lnTo>
                    <a:pt x="0" y="112404"/>
                  </a:lnTo>
                  <a:lnTo>
                    <a:pt x="29975" y="112404"/>
                  </a:lnTo>
                  <a:cubicBezTo>
                    <a:pt x="38252" y="112404"/>
                    <a:pt x="44957" y="119119"/>
                    <a:pt x="44957" y="127396"/>
                  </a:cubicBezTo>
                  <a:lnTo>
                    <a:pt x="44957" y="134883"/>
                  </a:lnTo>
                  <a:lnTo>
                    <a:pt x="104908" y="134883"/>
                  </a:lnTo>
                  <a:cubicBezTo>
                    <a:pt x="121462" y="134883"/>
                    <a:pt x="134883" y="121462"/>
                    <a:pt x="134883" y="104908"/>
                  </a:cubicBezTo>
                  <a:lnTo>
                    <a:pt x="134883" y="44967"/>
                  </a:lnTo>
                  <a:lnTo>
                    <a:pt x="127387" y="44967"/>
                  </a:lnTo>
                  <a:cubicBezTo>
                    <a:pt x="119110" y="44967"/>
                    <a:pt x="112404" y="38252"/>
                    <a:pt x="112404" y="29975"/>
                  </a:cubicBezTo>
                  <a:lnTo>
                    <a:pt x="112404" y="0"/>
                  </a:lnTo>
                  <a:lnTo>
                    <a:pt x="337204" y="0"/>
                  </a:lnTo>
                  <a:lnTo>
                    <a:pt x="337204" y="29975"/>
                  </a:lnTo>
                  <a:cubicBezTo>
                    <a:pt x="337204" y="38252"/>
                    <a:pt x="330498" y="44967"/>
                    <a:pt x="322221" y="44967"/>
                  </a:cubicBezTo>
                  <a:lnTo>
                    <a:pt x="314725" y="44967"/>
                  </a:lnTo>
                  <a:lnTo>
                    <a:pt x="314725" y="134883"/>
                  </a:lnTo>
                </a:path>
              </a:pathLst>
            </a:custGeom>
            <a:solidFill>
              <a:srgbClr val="6DA198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1199911" y="2631650"/>
              <a:ext cx="449618" cy="449618"/>
            </a:xfrm>
            <a:custGeom>
              <a:avLst/>
              <a:gdLst/>
              <a:ahLst/>
              <a:cxnLst/>
              <a:rect l="0" t="0" r="0" b="0"/>
              <a:pathLst>
                <a:path w="449618" h="449618">
                  <a:moveTo>
                    <a:pt x="449618" y="224809"/>
                  </a:moveTo>
                  <a:cubicBezTo>
                    <a:pt x="449618" y="348967"/>
                    <a:pt x="348967" y="449618"/>
                    <a:pt x="224809" y="449618"/>
                  </a:cubicBezTo>
                  <a:cubicBezTo>
                    <a:pt x="100650" y="449618"/>
                    <a:pt x="0" y="348967"/>
                    <a:pt x="0" y="224809"/>
                  </a:cubicBezTo>
                  <a:cubicBezTo>
                    <a:pt x="0" y="100650"/>
                    <a:pt x="100650" y="0"/>
                    <a:pt x="224809" y="0"/>
                  </a:cubicBezTo>
                  <a:cubicBezTo>
                    <a:pt x="348967" y="0"/>
                    <a:pt x="449618" y="100650"/>
                    <a:pt x="449618" y="224809"/>
                  </a:cubicBezTo>
                </a:path>
              </a:pathLst>
            </a:custGeom>
            <a:solidFill>
              <a:srgbClr val="6DA198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1020069" y="2182042"/>
            <a:ext cx="1146509" cy="899222"/>
            <a:chOff x="1020069" y="2182042"/>
            <a:chExt cx="1146509" cy="899222"/>
          </a:xfrm>
        </p:grpSpPr>
        <p:sp>
          <p:nvSpPr>
            <p:cNvPr id="69" name="Rounded Rectangle 68"/>
            <p:cNvSpPr/>
            <p:nvPr/>
          </p:nvSpPr>
          <p:spPr>
            <a:xfrm>
              <a:off x="1941773" y="2182042"/>
              <a:ext cx="224805" cy="449611"/>
            </a:xfrm>
            <a:custGeom>
              <a:avLst/>
              <a:gdLst/>
              <a:ahLst/>
              <a:cxnLst/>
              <a:rect l="0" t="0" r="0" b="0"/>
              <a:pathLst>
                <a:path w="224805" h="449611">
                  <a:moveTo>
                    <a:pt x="0" y="449611"/>
                  </a:moveTo>
                  <a:lnTo>
                    <a:pt x="0" y="419637"/>
                  </a:lnTo>
                  <a:cubicBezTo>
                    <a:pt x="0" y="411359"/>
                    <a:pt x="6709" y="404650"/>
                    <a:pt x="14987" y="404650"/>
                  </a:cubicBezTo>
                  <a:lnTo>
                    <a:pt x="22480" y="404650"/>
                  </a:lnTo>
                  <a:lnTo>
                    <a:pt x="22480" y="44961"/>
                  </a:lnTo>
                  <a:lnTo>
                    <a:pt x="14987" y="44961"/>
                  </a:lnTo>
                  <a:cubicBezTo>
                    <a:pt x="6709" y="44961"/>
                    <a:pt x="0" y="38251"/>
                    <a:pt x="0" y="29974"/>
                  </a:cubicBezTo>
                  <a:lnTo>
                    <a:pt x="0" y="0"/>
                  </a:lnTo>
                  <a:lnTo>
                    <a:pt x="224805" y="0"/>
                  </a:lnTo>
                  <a:lnTo>
                    <a:pt x="224805" y="29974"/>
                  </a:lnTo>
                  <a:cubicBezTo>
                    <a:pt x="224805" y="38251"/>
                    <a:pt x="218095" y="44961"/>
                    <a:pt x="209818" y="44961"/>
                  </a:cubicBezTo>
                  <a:lnTo>
                    <a:pt x="202325" y="44961"/>
                  </a:lnTo>
                  <a:lnTo>
                    <a:pt x="202325" y="404650"/>
                  </a:lnTo>
                  <a:lnTo>
                    <a:pt x="209818" y="404650"/>
                  </a:lnTo>
                  <a:cubicBezTo>
                    <a:pt x="218095" y="404650"/>
                    <a:pt x="224805" y="411359"/>
                    <a:pt x="224805" y="419637"/>
                  </a:cubicBezTo>
                  <a:lnTo>
                    <a:pt x="224805" y="449611"/>
                  </a:lnTo>
                  <a:lnTo>
                    <a:pt x="0" y="449611"/>
                  </a:lnTo>
                  <a:close/>
                  <a:moveTo>
                    <a:pt x="22480" y="404650"/>
                  </a:moveTo>
                  <a:lnTo>
                    <a:pt x="202325" y="404650"/>
                  </a:lnTo>
                  <a:moveTo>
                    <a:pt x="22480" y="44961"/>
                  </a:moveTo>
                  <a:lnTo>
                    <a:pt x="202325" y="44961"/>
                  </a:lnTo>
                </a:path>
              </a:pathLst>
            </a:custGeom>
            <a:noFill/>
            <a:ln w="22481">
              <a:solidFill>
                <a:srgbClr val="FDFBF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Rounded Rectangle 69"/>
            <p:cNvSpPr/>
            <p:nvPr/>
          </p:nvSpPr>
          <p:spPr>
            <a:xfrm>
              <a:off x="1020069" y="2744056"/>
              <a:ext cx="809300" cy="224805"/>
            </a:xfrm>
            <a:custGeom>
              <a:avLst/>
              <a:gdLst/>
              <a:ahLst/>
              <a:cxnLst/>
              <a:rect l="0" t="0" r="0" b="0"/>
              <a:pathLst>
                <a:path w="809300" h="224805">
                  <a:moveTo>
                    <a:pt x="610749" y="202325"/>
                  </a:moveTo>
                  <a:cubicBezTo>
                    <a:pt x="622781" y="174787"/>
                    <a:pt x="629455" y="144374"/>
                    <a:pt x="629455" y="112402"/>
                  </a:cubicBezTo>
                  <a:cubicBezTo>
                    <a:pt x="629455" y="80430"/>
                    <a:pt x="622781" y="50017"/>
                    <a:pt x="610749" y="22480"/>
                  </a:cubicBezTo>
                  <a:lnTo>
                    <a:pt x="764339" y="22480"/>
                  </a:lnTo>
                  <a:lnTo>
                    <a:pt x="764339" y="14987"/>
                  </a:lnTo>
                  <a:cubicBezTo>
                    <a:pt x="764339" y="6709"/>
                    <a:pt x="771049" y="0"/>
                    <a:pt x="779326" y="0"/>
                  </a:cubicBezTo>
                  <a:lnTo>
                    <a:pt x="809300" y="0"/>
                  </a:lnTo>
                  <a:lnTo>
                    <a:pt x="809300" y="224805"/>
                  </a:lnTo>
                  <a:lnTo>
                    <a:pt x="779326" y="224805"/>
                  </a:lnTo>
                  <a:cubicBezTo>
                    <a:pt x="771049" y="224805"/>
                    <a:pt x="764339" y="218096"/>
                    <a:pt x="764339" y="209818"/>
                  </a:cubicBezTo>
                  <a:lnTo>
                    <a:pt x="764339" y="202325"/>
                  </a:lnTo>
                  <a:lnTo>
                    <a:pt x="610749" y="202325"/>
                  </a:lnTo>
                  <a:close/>
                  <a:moveTo>
                    <a:pt x="198550" y="202325"/>
                  </a:moveTo>
                  <a:lnTo>
                    <a:pt x="44961" y="202325"/>
                  </a:lnTo>
                  <a:lnTo>
                    <a:pt x="44961" y="209818"/>
                  </a:lnTo>
                  <a:cubicBezTo>
                    <a:pt x="44961" y="218096"/>
                    <a:pt x="38251" y="224805"/>
                    <a:pt x="29974" y="224805"/>
                  </a:cubicBezTo>
                  <a:lnTo>
                    <a:pt x="0" y="224805"/>
                  </a:lnTo>
                  <a:lnTo>
                    <a:pt x="0" y="0"/>
                  </a:lnTo>
                  <a:lnTo>
                    <a:pt x="29974" y="0"/>
                  </a:lnTo>
                  <a:cubicBezTo>
                    <a:pt x="38251" y="0"/>
                    <a:pt x="44961" y="6709"/>
                    <a:pt x="44961" y="14987"/>
                  </a:cubicBezTo>
                  <a:lnTo>
                    <a:pt x="44961" y="22480"/>
                  </a:lnTo>
                  <a:lnTo>
                    <a:pt x="198550" y="22480"/>
                  </a:lnTo>
                  <a:cubicBezTo>
                    <a:pt x="186519" y="50017"/>
                    <a:pt x="179844" y="80430"/>
                    <a:pt x="179844" y="112402"/>
                  </a:cubicBezTo>
                  <a:cubicBezTo>
                    <a:pt x="179844" y="144374"/>
                    <a:pt x="186519" y="174787"/>
                    <a:pt x="198550" y="202325"/>
                  </a:cubicBezTo>
                  <a:close/>
                  <a:moveTo>
                    <a:pt x="764339" y="22480"/>
                  </a:moveTo>
                  <a:lnTo>
                    <a:pt x="764339" y="202325"/>
                  </a:lnTo>
                  <a:moveTo>
                    <a:pt x="44961" y="202325"/>
                  </a:moveTo>
                  <a:lnTo>
                    <a:pt x="44961" y="22480"/>
                  </a:lnTo>
                </a:path>
              </a:pathLst>
            </a:custGeom>
            <a:noFill/>
            <a:ln w="22481">
              <a:solidFill>
                <a:srgbClr val="FDFBF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1829370" y="2631653"/>
              <a:ext cx="337208" cy="337208"/>
            </a:xfrm>
            <a:custGeom>
              <a:avLst/>
              <a:gdLst/>
              <a:ahLst/>
              <a:cxnLst/>
              <a:rect l="0" t="0" r="0" b="0"/>
              <a:pathLst>
                <a:path w="337208" h="337208">
                  <a:moveTo>
                    <a:pt x="314727" y="134883"/>
                  </a:moveTo>
                  <a:cubicBezTo>
                    <a:pt x="314727" y="234208"/>
                    <a:pt x="234208" y="314727"/>
                    <a:pt x="134883" y="314727"/>
                  </a:cubicBezTo>
                  <a:lnTo>
                    <a:pt x="44961" y="314727"/>
                  </a:lnTo>
                  <a:lnTo>
                    <a:pt x="44961" y="322221"/>
                  </a:lnTo>
                  <a:cubicBezTo>
                    <a:pt x="44961" y="330498"/>
                    <a:pt x="38251" y="337208"/>
                    <a:pt x="29974" y="337208"/>
                  </a:cubicBezTo>
                  <a:lnTo>
                    <a:pt x="0" y="337208"/>
                  </a:lnTo>
                  <a:lnTo>
                    <a:pt x="0" y="112402"/>
                  </a:lnTo>
                  <a:lnTo>
                    <a:pt x="29974" y="112402"/>
                  </a:lnTo>
                  <a:cubicBezTo>
                    <a:pt x="38251" y="112402"/>
                    <a:pt x="44961" y="119112"/>
                    <a:pt x="44961" y="127389"/>
                  </a:cubicBezTo>
                  <a:lnTo>
                    <a:pt x="44961" y="134883"/>
                  </a:lnTo>
                  <a:lnTo>
                    <a:pt x="104909" y="134883"/>
                  </a:lnTo>
                  <a:cubicBezTo>
                    <a:pt x="121463" y="134883"/>
                    <a:pt x="134883" y="121463"/>
                    <a:pt x="134883" y="104909"/>
                  </a:cubicBezTo>
                  <a:lnTo>
                    <a:pt x="134883" y="44961"/>
                  </a:lnTo>
                  <a:lnTo>
                    <a:pt x="127389" y="44961"/>
                  </a:lnTo>
                  <a:cubicBezTo>
                    <a:pt x="119112" y="44961"/>
                    <a:pt x="112402" y="38251"/>
                    <a:pt x="112402" y="29974"/>
                  </a:cubicBezTo>
                  <a:lnTo>
                    <a:pt x="112402" y="0"/>
                  </a:lnTo>
                  <a:lnTo>
                    <a:pt x="337208" y="0"/>
                  </a:lnTo>
                  <a:lnTo>
                    <a:pt x="337208" y="29974"/>
                  </a:lnTo>
                  <a:cubicBezTo>
                    <a:pt x="337208" y="38251"/>
                    <a:pt x="330498" y="44961"/>
                    <a:pt x="322221" y="44961"/>
                  </a:cubicBezTo>
                  <a:lnTo>
                    <a:pt x="314727" y="44961"/>
                  </a:lnTo>
                  <a:lnTo>
                    <a:pt x="314727" y="134883"/>
                  </a:lnTo>
                  <a:close/>
                  <a:moveTo>
                    <a:pt x="44961" y="314727"/>
                  </a:moveTo>
                  <a:lnTo>
                    <a:pt x="44961" y="134883"/>
                  </a:lnTo>
                  <a:moveTo>
                    <a:pt x="134883" y="44961"/>
                  </a:moveTo>
                  <a:lnTo>
                    <a:pt x="314727" y="44961"/>
                  </a:lnTo>
                </a:path>
              </a:pathLst>
            </a:custGeom>
            <a:noFill/>
            <a:ln w="22481">
              <a:solidFill>
                <a:srgbClr val="FDFBF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Rounded Rectangle 71"/>
            <p:cNvSpPr/>
            <p:nvPr/>
          </p:nvSpPr>
          <p:spPr>
            <a:xfrm>
              <a:off x="1199914" y="2631653"/>
              <a:ext cx="449611" cy="449611"/>
            </a:xfrm>
            <a:custGeom>
              <a:avLst/>
              <a:gdLst/>
              <a:ahLst/>
              <a:cxnLst/>
              <a:rect l="0" t="0" r="0" b="0"/>
              <a:pathLst>
                <a:path w="449611" h="449611">
                  <a:moveTo>
                    <a:pt x="449611" y="224805"/>
                  </a:moveTo>
                  <a:cubicBezTo>
                    <a:pt x="449611" y="348962"/>
                    <a:pt x="348962" y="449611"/>
                    <a:pt x="224805" y="449611"/>
                  </a:cubicBezTo>
                  <a:cubicBezTo>
                    <a:pt x="100649" y="449611"/>
                    <a:pt x="0" y="348962"/>
                    <a:pt x="0" y="224805"/>
                  </a:cubicBezTo>
                  <a:cubicBezTo>
                    <a:pt x="0" y="100649"/>
                    <a:pt x="100649" y="0"/>
                    <a:pt x="224805" y="0"/>
                  </a:cubicBezTo>
                  <a:cubicBezTo>
                    <a:pt x="348962" y="0"/>
                    <a:pt x="449611" y="100649"/>
                    <a:pt x="449611" y="224805"/>
                  </a:cubicBezTo>
                  <a:close/>
                </a:path>
              </a:pathLst>
            </a:custGeom>
            <a:noFill/>
            <a:ln w="22481">
              <a:solidFill>
                <a:srgbClr val="FDFBF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74" name="Rounded Rectangle 73"/>
          <p:cNvSpPr/>
          <p:nvPr/>
        </p:nvSpPr>
        <p:spPr>
          <a:xfrm>
            <a:off x="7605412" y="3214250"/>
            <a:ext cx="237286" cy="181727"/>
          </a:xfrm>
          <a:custGeom>
            <a:avLst/>
            <a:gdLst/>
            <a:ahLst/>
            <a:cxnLst/>
            <a:rect l="0" t="0" r="0" b="0"/>
            <a:pathLst>
              <a:path w="237286" h="181727">
                <a:moveTo>
                  <a:pt x="89230" y="70342"/>
                </a:moveTo>
                <a:cubicBezTo>
                  <a:pt x="89230" y="55940"/>
                  <a:pt x="85763" y="43653"/>
                  <a:pt x="79943" y="35318"/>
                </a:cubicBezTo>
                <a:cubicBezTo>
                  <a:pt x="74399" y="27355"/>
                  <a:pt x="66570" y="22669"/>
                  <a:pt x="55854" y="22669"/>
                </a:cubicBezTo>
                <a:cubicBezTo>
                  <a:pt x="45138" y="22669"/>
                  <a:pt x="37309" y="27355"/>
                  <a:pt x="31756" y="35318"/>
                </a:cubicBezTo>
                <a:cubicBezTo>
                  <a:pt x="25936" y="43653"/>
                  <a:pt x="22479" y="55940"/>
                  <a:pt x="22479" y="70342"/>
                </a:cubicBezTo>
                <a:lnTo>
                  <a:pt x="22479" y="110213"/>
                </a:lnTo>
                <a:cubicBezTo>
                  <a:pt x="22479" y="124520"/>
                  <a:pt x="26079" y="137036"/>
                  <a:pt x="32042" y="145618"/>
                </a:cubicBezTo>
                <a:cubicBezTo>
                  <a:pt x="37785" y="153895"/>
                  <a:pt x="45681" y="158600"/>
                  <a:pt x="55854" y="158600"/>
                </a:cubicBezTo>
                <a:cubicBezTo>
                  <a:pt x="66027" y="158600"/>
                  <a:pt x="73913" y="153895"/>
                  <a:pt x="79667" y="145618"/>
                </a:cubicBezTo>
                <a:cubicBezTo>
                  <a:pt x="85629" y="137036"/>
                  <a:pt x="89230" y="124520"/>
                  <a:pt x="89230" y="110213"/>
                </a:cubicBezTo>
                <a:lnTo>
                  <a:pt x="89230" y="70342"/>
                </a:lnTo>
                <a:moveTo>
                  <a:pt x="111709" y="110213"/>
                </a:moveTo>
                <a:cubicBezTo>
                  <a:pt x="111709" y="127920"/>
                  <a:pt x="107318" y="145227"/>
                  <a:pt x="98126" y="158448"/>
                </a:cubicBezTo>
                <a:cubicBezTo>
                  <a:pt x="88734" y="171973"/>
                  <a:pt x="74314" y="181079"/>
                  <a:pt x="55854" y="181079"/>
                </a:cubicBezTo>
                <a:cubicBezTo>
                  <a:pt x="37395" y="181079"/>
                  <a:pt x="22974" y="171973"/>
                  <a:pt x="13573" y="158448"/>
                </a:cubicBezTo>
                <a:cubicBezTo>
                  <a:pt x="4391" y="145227"/>
                  <a:pt x="0" y="127920"/>
                  <a:pt x="0" y="110213"/>
                </a:cubicBezTo>
                <a:lnTo>
                  <a:pt x="0" y="70342"/>
                </a:lnTo>
                <a:cubicBezTo>
                  <a:pt x="0" y="52739"/>
                  <a:pt x="4171" y="35566"/>
                  <a:pt x="13325" y="22450"/>
                </a:cubicBezTo>
                <a:cubicBezTo>
                  <a:pt x="22745" y="8953"/>
                  <a:pt x="37223" y="190"/>
                  <a:pt x="55854" y="190"/>
                </a:cubicBezTo>
                <a:cubicBezTo>
                  <a:pt x="74485" y="190"/>
                  <a:pt x="88963" y="8953"/>
                  <a:pt x="98383" y="22450"/>
                </a:cubicBezTo>
                <a:cubicBezTo>
                  <a:pt x="107537" y="35566"/>
                  <a:pt x="111709" y="52739"/>
                  <a:pt x="111709" y="70342"/>
                </a:cubicBezTo>
                <a:lnTo>
                  <a:pt x="111709" y="110213"/>
                </a:lnTo>
                <a:moveTo>
                  <a:pt x="209883" y="16878"/>
                </a:moveTo>
                <a:cubicBezTo>
                  <a:pt x="209883" y="19973"/>
                  <a:pt x="207359" y="22469"/>
                  <a:pt x="204263" y="22650"/>
                </a:cubicBezTo>
                <a:cubicBezTo>
                  <a:pt x="185099" y="23755"/>
                  <a:pt x="171821" y="30556"/>
                  <a:pt x="162839" y="40862"/>
                </a:cubicBezTo>
                <a:cubicBezTo>
                  <a:pt x="157276" y="47253"/>
                  <a:pt x="152971" y="55445"/>
                  <a:pt x="150085" y="65370"/>
                </a:cubicBezTo>
                <a:cubicBezTo>
                  <a:pt x="160581" y="59245"/>
                  <a:pt x="173431" y="56035"/>
                  <a:pt x="187375" y="57435"/>
                </a:cubicBezTo>
                <a:lnTo>
                  <a:pt x="189137" y="57435"/>
                </a:lnTo>
                <a:cubicBezTo>
                  <a:pt x="207121" y="59931"/>
                  <a:pt x="219636" y="69437"/>
                  <a:pt x="227304" y="81429"/>
                </a:cubicBezTo>
                <a:cubicBezTo>
                  <a:pt x="234495" y="92668"/>
                  <a:pt x="237286" y="105794"/>
                  <a:pt x="237229" y="116986"/>
                </a:cubicBezTo>
                <a:lnTo>
                  <a:pt x="237229" y="119195"/>
                </a:lnTo>
                <a:cubicBezTo>
                  <a:pt x="236505" y="136436"/>
                  <a:pt x="231409" y="152133"/>
                  <a:pt x="221589" y="163582"/>
                </a:cubicBezTo>
                <a:cubicBezTo>
                  <a:pt x="211540" y="175298"/>
                  <a:pt x="197205" y="181727"/>
                  <a:pt x="180298" y="181070"/>
                </a:cubicBezTo>
                <a:cubicBezTo>
                  <a:pt x="162906" y="179593"/>
                  <a:pt x="148504" y="172878"/>
                  <a:pt x="138398" y="161143"/>
                </a:cubicBezTo>
                <a:cubicBezTo>
                  <a:pt x="128349" y="149485"/>
                  <a:pt x="123444" y="133921"/>
                  <a:pt x="123444" y="116319"/>
                </a:cubicBezTo>
                <a:lnTo>
                  <a:pt x="123444" y="87334"/>
                </a:lnTo>
                <a:cubicBezTo>
                  <a:pt x="125320" y="63179"/>
                  <a:pt x="132178" y="41833"/>
                  <a:pt x="145894" y="26098"/>
                </a:cubicBezTo>
                <a:cubicBezTo>
                  <a:pt x="159753" y="10191"/>
                  <a:pt x="179489" y="1295"/>
                  <a:pt x="204263" y="142"/>
                </a:cubicBezTo>
                <a:cubicBezTo>
                  <a:pt x="207359" y="0"/>
                  <a:pt x="209883" y="2533"/>
                  <a:pt x="209883" y="5629"/>
                </a:cubicBezTo>
                <a:lnTo>
                  <a:pt x="209883" y="16878"/>
                </a:lnTo>
                <a:moveTo>
                  <a:pt x="185137" y="79800"/>
                </a:moveTo>
                <a:cubicBezTo>
                  <a:pt x="164420" y="77733"/>
                  <a:pt x="149190" y="91154"/>
                  <a:pt x="145923" y="104193"/>
                </a:cubicBezTo>
                <a:lnTo>
                  <a:pt x="145923" y="116328"/>
                </a:lnTo>
                <a:cubicBezTo>
                  <a:pt x="145923" y="129797"/>
                  <a:pt x="149637" y="139760"/>
                  <a:pt x="155428" y="146475"/>
                </a:cubicBezTo>
                <a:cubicBezTo>
                  <a:pt x="161096" y="153066"/>
                  <a:pt x="169640" y="157543"/>
                  <a:pt x="181413" y="158610"/>
                </a:cubicBezTo>
                <a:cubicBezTo>
                  <a:pt x="191509" y="158934"/>
                  <a:pt x="199101" y="155267"/>
                  <a:pt x="204530" y="148942"/>
                </a:cubicBezTo>
                <a:cubicBezTo>
                  <a:pt x="210226" y="142293"/>
                  <a:pt x="214179" y="131911"/>
                  <a:pt x="214722" y="118310"/>
                </a:cubicBezTo>
                <a:lnTo>
                  <a:pt x="214722" y="116805"/>
                </a:lnTo>
                <a:cubicBezTo>
                  <a:pt x="214779" y="109194"/>
                  <a:pt x="212817" y="100488"/>
                  <a:pt x="208368" y="93535"/>
                </a:cubicBezTo>
                <a:cubicBezTo>
                  <a:pt x="204158" y="86953"/>
                  <a:pt x="197615" y="81657"/>
                  <a:pt x="187261" y="80067"/>
                </a:cubicBezTo>
                <a:lnTo>
                  <a:pt x="185137" y="80067"/>
                </a:lnTo>
              </a:path>
            </a:pathLst>
          </a:custGeom>
          <a:solidFill>
            <a:srgbClr val="58405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6342753" y="3214440"/>
            <a:ext cx="238534" cy="181013"/>
          </a:xfrm>
          <a:custGeom>
            <a:avLst/>
            <a:gdLst/>
            <a:ahLst/>
            <a:cxnLst/>
            <a:rect l="0" t="0" r="0" b="0"/>
            <a:pathLst>
              <a:path w="238534" h="181013">
                <a:moveTo>
                  <a:pt x="89230" y="70151"/>
                </a:moveTo>
                <a:cubicBezTo>
                  <a:pt x="89230" y="55749"/>
                  <a:pt x="85763" y="43462"/>
                  <a:pt x="79943" y="35128"/>
                </a:cubicBezTo>
                <a:cubicBezTo>
                  <a:pt x="74399" y="27165"/>
                  <a:pt x="66570" y="22479"/>
                  <a:pt x="55854" y="22479"/>
                </a:cubicBezTo>
                <a:cubicBezTo>
                  <a:pt x="45138" y="22479"/>
                  <a:pt x="37309" y="27165"/>
                  <a:pt x="31756" y="35128"/>
                </a:cubicBezTo>
                <a:cubicBezTo>
                  <a:pt x="25936" y="43462"/>
                  <a:pt x="22479" y="55749"/>
                  <a:pt x="22479" y="70151"/>
                </a:cubicBezTo>
                <a:lnTo>
                  <a:pt x="22479" y="110023"/>
                </a:lnTo>
                <a:cubicBezTo>
                  <a:pt x="22479" y="124329"/>
                  <a:pt x="26079" y="136845"/>
                  <a:pt x="32042" y="145427"/>
                </a:cubicBezTo>
                <a:cubicBezTo>
                  <a:pt x="37785" y="153704"/>
                  <a:pt x="45681" y="158410"/>
                  <a:pt x="55854" y="158410"/>
                </a:cubicBezTo>
                <a:cubicBezTo>
                  <a:pt x="66027" y="158410"/>
                  <a:pt x="73913" y="153704"/>
                  <a:pt x="79667" y="145427"/>
                </a:cubicBezTo>
                <a:cubicBezTo>
                  <a:pt x="85629" y="136845"/>
                  <a:pt x="89230" y="124329"/>
                  <a:pt x="89230" y="110023"/>
                </a:cubicBezTo>
                <a:lnTo>
                  <a:pt x="89230" y="70151"/>
                </a:lnTo>
                <a:moveTo>
                  <a:pt x="111709" y="110023"/>
                </a:moveTo>
                <a:cubicBezTo>
                  <a:pt x="111709" y="127730"/>
                  <a:pt x="107318" y="145037"/>
                  <a:pt x="98126" y="158257"/>
                </a:cubicBezTo>
                <a:cubicBezTo>
                  <a:pt x="88734" y="171783"/>
                  <a:pt x="74314" y="180889"/>
                  <a:pt x="55854" y="180889"/>
                </a:cubicBezTo>
                <a:cubicBezTo>
                  <a:pt x="37395" y="180889"/>
                  <a:pt x="22974" y="171783"/>
                  <a:pt x="13573" y="158257"/>
                </a:cubicBezTo>
                <a:cubicBezTo>
                  <a:pt x="4391" y="145037"/>
                  <a:pt x="0" y="127730"/>
                  <a:pt x="0" y="110023"/>
                </a:cubicBezTo>
                <a:lnTo>
                  <a:pt x="0" y="70151"/>
                </a:lnTo>
                <a:cubicBezTo>
                  <a:pt x="0" y="52549"/>
                  <a:pt x="4171" y="35375"/>
                  <a:pt x="13325" y="22259"/>
                </a:cubicBezTo>
                <a:cubicBezTo>
                  <a:pt x="22745" y="8763"/>
                  <a:pt x="37223" y="0"/>
                  <a:pt x="55854" y="0"/>
                </a:cubicBezTo>
                <a:cubicBezTo>
                  <a:pt x="74485" y="0"/>
                  <a:pt x="88963" y="8763"/>
                  <a:pt x="98383" y="22259"/>
                </a:cubicBezTo>
                <a:cubicBezTo>
                  <a:pt x="107537" y="35375"/>
                  <a:pt x="111709" y="52549"/>
                  <a:pt x="111709" y="70151"/>
                </a:cubicBezTo>
                <a:lnTo>
                  <a:pt x="111709" y="110023"/>
                </a:lnTo>
                <a:moveTo>
                  <a:pt x="222675" y="2381"/>
                </a:moveTo>
                <a:cubicBezTo>
                  <a:pt x="225771" y="2381"/>
                  <a:pt x="228295" y="4905"/>
                  <a:pt x="228295" y="8010"/>
                </a:cubicBezTo>
                <a:lnTo>
                  <a:pt x="228295" y="19250"/>
                </a:lnTo>
                <a:cubicBezTo>
                  <a:pt x="228295" y="22345"/>
                  <a:pt x="225771" y="24869"/>
                  <a:pt x="222675" y="24869"/>
                </a:cubicBezTo>
                <a:lnTo>
                  <a:pt x="163563" y="24869"/>
                </a:lnTo>
                <a:lnTo>
                  <a:pt x="159162" y="66055"/>
                </a:lnTo>
                <a:cubicBezTo>
                  <a:pt x="166306" y="63446"/>
                  <a:pt x="174783" y="61598"/>
                  <a:pt x="184299" y="61598"/>
                </a:cubicBezTo>
                <a:cubicBezTo>
                  <a:pt x="198329" y="61598"/>
                  <a:pt x="212702" y="66398"/>
                  <a:pt x="223218" y="77638"/>
                </a:cubicBezTo>
                <a:cubicBezTo>
                  <a:pt x="233152" y="88258"/>
                  <a:pt x="238534" y="103403"/>
                  <a:pt x="238172" y="122443"/>
                </a:cubicBezTo>
                <a:lnTo>
                  <a:pt x="238172" y="126301"/>
                </a:lnTo>
                <a:cubicBezTo>
                  <a:pt x="236762" y="147827"/>
                  <a:pt x="229419" y="162429"/>
                  <a:pt x="217560" y="171173"/>
                </a:cubicBezTo>
                <a:cubicBezTo>
                  <a:pt x="206206" y="179546"/>
                  <a:pt x="192709" y="181013"/>
                  <a:pt x="182413" y="181013"/>
                </a:cubicBezTo>
                <a:cubicBezTo>
                  <a:pt x="158219" y="181013"/>
                  <a:pt x="134493" y="164592"/>
                  <a:pt x="129911" y="134893"/>
                </a:cubicBezTo>
                <a:cubicBezTo>
                  <a:pt x="129435" y="131825"/>
                  <a:pt x="131797" y="129130"/>
                  <a:pt x="134902" y="128920"/>
                </a:cubicBezTo>
                <a:lnTo>
                  <a:pt x="146113" y="128139"/>
                </a:lnTo>
                <a:cubicBezTo>
                  <a:pt x="149209" y="127930"/>
                  <a:pt x="151847" y="130273"/>
                  <a:pt x="152466" y="133321"/>
                </a:cubicBezTo>
                <a:cubicBezTo>
                  <a:pt x="155905" y="150247"/>
                  <a:pt x="169163" y="158534"/>
                  <a:pt x="182413" y="158534"/>
                </a:cubicBezTo>
                <a:cubicBezTo>
                  <a:pt x="191119" y="158534"/>
                  <a:pt x="198691" y="157162"/>
                  <a:pt x="204216" y="153085"/>
                </a:cubicBezTo>
                <a:cubicBezTo>
                  <a:pt x="209235" y="149380"/>
                  <a:pt x="214588" y="141912"/>
                  <a:pt x="215579" y="124987"/>
                </a:cubicBezTo>
                <a:lnTo>
                  <a:pt x="215579" y="122015"/>
                </a:lnTo>
                <a:cubicBezTo>
                  <a:pt x="215988" y="107499"/>
                  <a:pt x="211893" y="98431"/>
                  <a:pt x="206806" y="93002"/>
                </a:cubicBezTo>
                <a:cubicBezTo>
                  <a:pt x="201301" y="87125"/>
                  <a:pt x="193338" y="84077"/>
                  <a:pt x="184299" y="84077"/>
                </a:cubicBezTo>
                <a:cubicBezTo>
                  <a:pt x="171526" y="84077"/>
                  <a:pt x="161734" y="88849"/>
                  <a:pt x="156695" y="92297"/>
                </a:cubicBezTo>
                <a:cubicBezTo>
                  <a:pt x="154733" y="93640"/>
                  <a:pt x="152161" y="94078"/>
                  <a:pt x="150009" y="93049"/>
                </a:cubicBezTo>
                <a:lnTo>
                  <a:pt x="138055" y="87344"/>
                </a:lnTo>
                <a:cubicBezTo>
                  <a:pt x="135912" y="86315"/>
                  <a:pt x="134645" y="84048"/>
                  <a:pt x="134893" y="81676"/>
                </a:cubicBezTo>
                <a:lnTo>
                  <a:pt x="142817" y="7410"/>
                </a:lnTo>
                <a:cubicBezTo>
                  <a:pt x="143122" y="4552"/>
                  <a:pt x="145532" y="2381"/>
                  <a:pt x="148409" y="2381"/>
                </a:cubicBezTo>
                <a:lnTo>
                  <a:pt x="222675" y="2381"/>
                </a:lnTo>
              </a:path>
            </a:pathLst>
          </a:custGeom>
          <a:solidFill>
            <a:srgbClr val="58405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2549996" y="1373637"/>
            <a:ext cx="268157" cy="269490"/>
          </a:xfrm>
          <a:custGeom>
            <a:avLst/>
            <a:gdLst/>
            <a:ahLst/>
            <a:cxnLst/>
            <a:rect l="0" t="0" r="0" b="0"/>
            <a:pathLst>
              <a:path w="268157" h="269490">
                <a:moveTo>
                  <a:pt x="160353" y="0"/>
                </a:moveTo>
                <a:cubicBezTo>
                  <a:pt x="155695" y="0"/>
                  <a:pt x="151399" y="1581"/>
                  <a:pt x="148228" y="4733"/>
                </a:cubicBezTo>
                <a:cubicBezTo>
                  <a:pt x="145065" y="7905"/>
                  <a:pt x="143494" y="12211"/>
                  <a:pt x="143494" y="16868"/>
                </a:cubicBezTo>
                <a:lnTo>
                  <a:pt x="143494" y="91278"/>
                </a:lnTo>
                <a:cubicBezTo>
                  <a:pt x="158696" y="86106"/>
                  <a:pt x="175021" y="85191"/>
                  <a:pt x="190700" y="88630"/>
                </a:cubicBezTo>
                <a:lnTo>
                  <a:pt x="190700" y="16868"/>
                </a:lnTo>
                <a:cubicBezTo>
                  <a:pt x="190700" y="12211"/>
                  <a:pt x="189128" y="7905"/>
                  <a:pt x="185956" y="4733"/>
                </a:cubicBezTo>
                <a:cubicBezTo>
                  <a:pt x="182813" y="1581"/>
                  <a:pt x="178498" y="0"/>
                  <a:pt x="173840" y="0"/>
                </a:cubicBezTo>
                <a:lnTo>
                  <a:pt x="160353" y="0"/>
                </a:lnTo>
                <a:moveTo>
                  <a:pt x="112023" y="91935"/>
                </a:moveTo>
                <a:lnTo>
                  <a:pt x="112023" y="110147"/>
                </a:lnTo>
                <a:cubicBezTo>
                  <a:pt x="94221" y="126711"/>
                  <a:pt x="84115" y="149942"/>
                  <a:pt x="84143" y="174259"/>
                </a:cubicBezTo>
                <a:cubicBezTo>
                  <a:pt x="84143" y="199567"/>
                  <a:pt x="94878" y="222370"/>
                  <a:pt x="112023" y="238372"/>
                </a:cubicBezTo>
                <a:lnTo>
                  <a:pt x="112023" y="249202"/>
                </a:lnTo>
                <a:cubicBezTo>
                  <a:pt x="112023" y="253841"/>
                  <a:pt x="110442" y="258156"/>
                  <a:pt x="107299" y="261318"/>
                </a:cubicBezTo>
                <a:cubicBezTo>
                  <a:pt x="104127" y="264490"/>
                  <a:pt x="99812" y="266061"/>
                  <a:pt x="95164" y="266061"/>
                </a:cubicBezTo>
                <a:lnTo>
                  <a:pt x="81667" y="266061"/>
                </a:lnTo>
                <a:cubicBezTo>
                  <a:pt x="77028" y="266061"/>
                  <a:pt x="72723" y="264490"/>
                  <a:pt x="69551" y="261318"/>
                </a:cubicBezTo>
                <a:cubicBezTo>
                  <a:pt x="66398" y="258156"/>
                  <a:pt x="64827" y="253841"/>
                  <a:pt x="64827" y="249202"/>
                </a:cubicBezTo>
                <a:lnTo>
                  <a:pt x="64827" y="91935"/>
                </a:lnTo>
                <a:cubicBezTo>
                  <a:pt x="64827" y="87287"/>
                  <a:pt x="66398" y="82981"/>
                  <a:pt x="69551" y="79809"/>
                </a:cubicBezTo>
                <a:cubicBezTo>
                  <a:pt x="72723" y="76666"/>
                  <a:pt x="77028" y="75076"/>
                  <a:pt x="81686" y="75076"/>
                </a:cubicBezTo>
                <a:lnTo>
                  <a:pt x="95173" y="75076"/>
                </a:lnTo>
                <a:cubicBezTo>
                  <a:pt x="99812" y="75076"/>
                  <a:pt x="104127" y="76647"/>
                  <a:pt x="107289" y="79809"/>
                </a:cubicBezTo>
                <a:cubicBezTo>
                  <a:pt x="110461" y="82981"/>
                  <a:pt x="112033" y="87287"/>
                  <a:pt x="112033" y="91935"/>
                </a:cubicBezTo>
                <a:moveTo>
                  <a:pt x="250497" y="42929"/>
                </a:moveTo>
                <a:lnTo>
                  <a:pt x="250497" y="135502"/>
                </a:lnTo>
                <a:cubicBezTo>
                  <a:pt x="240725" y="115728"/>
                  <a:pt x="223875" y="100336"/>
                  <a:pt x="203292" y="92402"/>
                </a:cubicBezTo>
                <a:lnTo>
                  <a:pt x="203292" y="42938"/>
                </a:lnTo>
                <a:cubicBezTo>
                  <a:pt x="203292" y="38290"/>
                  <a:pt x="204863" y="33975"/>
                  <a:pt x="208016" y="30813"/>
                </a:cubicBezTo>
                <a:cubicBezTo>
                  <a:pt x="211178" y="27651"/>
                  <a:pt x="215503" y="26079"/>
                  <a:pt x="220151" y="26079"/>
                </a:cubicBezTo>
                <a:lnTo>
                  <a:pt x="233638" y="26079"/>
                </a:lnTo>
                <a:cubicBezTo>
                  <a:pt x="238286" y="26079"/>
                  <a:pt x="242592" y="27651"/>
                  <a:pt x="245754" y="30813"/>
                </a:cubicBezTo>
                <a:cubicBezTo>
                  <a:pt x="248916" y="33975"/>
                  <a:pt x="250488" y="38290"/>
                  <a:pt x="250488" y="42938"/>
                </a:cubicBezTo>
                <a:moveTo>
                  <a:pt x="16859" y="106451"/>
                </a:moveTo>
                <a:cubicBezTo>
                  <a:pt x="12211" y="106451"/>
                  <a:pt x="7905" y="108023"/>
                  <a:pt x="4733" y="111194"/>
                </a:cubicBezTo>
                <a:cubicBezTo>
                  <a:pt x="1571" y="114366"/>
                  <a:pt x="0" y="118671"/>
                  <a:pt x="0" y="123320"/>
                </a:cubicBezTo>
                <a:lnTo>
                  <a:pt x="0" y="249212"/>
                </a:lnTo>
                <a:cubicBezTo>
                  <a:pt x="0" y="253850"/>
                  <a:pt x="1571" y="258175"/>
                  <a:pt x="4733" y="261327"/>
                </a:cubicBezTo>
                <a:cubicBezTo>
                  <a:pt x="7905" y="264499"/>
                  <a:pt x="12211" y="266071"/>
                  <a:pt x="16859" y="266071"/>
                </a:cubicBezTo>
                <a:lnTo>
                  <a:pt x="30346" y="266071"/>
                </a:lnTo>
                <a:cubicBezTo>
                  <a:pt x="35004" y="266071"/>
                  <a:pt x="39309" y="264499"/>
                  <a:pt x="42462" y="261327"/>
                </a:cubicBezTo>
                <a:cubicBezTo>
                  <a:pt x="45634" y="258175"/>
                  <a:pt x="47205" y="253850"/>
                  <a:pt x="47205" y="249212"/>
                </a:cubicBezTo>
                <a:lnTo>
                  <a:pt x="47205" y="123320"/>
                </a:lnTo>
                <a:cubicBezTo>
                  <a:pt x="47205" y="118671"/>
                  <a:pt x="45634" y="114366"/>
                  <a:pt x="42462" y="111194"/>
                </a:cubicBezTo>
                <a:cubicBezTo>
                  <a:pt x="39319" y="108032"/>
                  <a:pt x="35004" y="106460"/>
                  <a:pt x="30346" y="106460"/>
                </a:cubicBezTo>
                <a:lnTo>
                  <a:pt x="16859" y="106460"/>
                </a:lnTo>
                <a:moveTo>
                  <a:pt x="171821" y="125939"/>
                </a:moveTo>
                <a:cubicBezTo>
                  <a:pt x="145122" y="125939"/>
                  <a:pt x="123482" y="147580"/>
                  <a:pt x="123482" y="174269"/>
                </a:cubicBezTo>
                <a:cubicBezTo>
                  <a:pt x="123482" y="200967"/>
                  <a:pt x="145122" y="222608"/>
                  <a:pt x="171821" y="222608"/>
                </a:cubicBezTo>
                <a:cubicBezTo>
                  <a:pt x="198510" y="222608"/>
                  <a:pt x="220151" y="200967"/>
                  <a:pt x="220151" y="174269"/>
                </a:cubicBezTo>
                <a:cubicBezTo>
                  <a:pt x="220151" y="147580"/>
                  <a:pt x="198510" y="125939"/>
                  <a:pt x="171821" y="125939"/>
                </a:cubicBezTo>
                <a:moveTo>
                  <a:pt x="101003" y="174269"/>
                </a:moveTo>
                <a:cubicBezTo>
                  <a:pt x="101003" y="143713"/>
                  <a:pt x="120605" y="116605"/>
                  <a:pt x="149628" y="107022"/>
                </a:cubicBezTo>
                <a:cubicBezTo>
                  <a:pt x="178650" y="97450"/>
                  <a:pt x="210540" y="107575"/>
                  <a:pt x="228723" y="132130"/>
                </a:cubicBezTo>
                <a:cubicBezTo>
                  <a:pt x="246916" y="156686"/>
                  <a:pt x="247297" y="190138"/>
                  <a:pt x="229676" y="215112"/>
                </a:cubicBezTo>
                <a:lnTo>
                  <a:pt x="264071" y="249507"/>
                </a:lnTo>
                <a:cubicBezTo>
                  <a:pt x="266985" y="252326"/>
                  <a:pt x="268157" y="256508"/>
                  <a:pt x="267128" y="260432"/>
                </a:cubicBezTo>
                <a:cubicBezTo>
                  <a:pt x="266099" y="264366"/>
                  <a:pt x="263032" y="267433"/>
                  <a:pt x="259108" y="268462"/>
                </a:cubicBezTo>
                <a:cubicBezTo>
                  <a:pt x="255174" y="269490"/>
                  <a:pt x="250993" y="268319"/>
                  <a:pt x="248173" y="265395"/>
                </a:cubicBezTo>
                <a:lnTo>
                  <a:pt x="213960" y="231181"/>
                </a:lnTo>
                <a:cubicBezTo>
                  <a:pt x="192462" y="247107"/>
                  <a:pt x="163839" y="249554"/>
                  <a:pt x="139950" y="237524"/>
                </a:cubicBezTo>
                <a:cubicBezTo>
                  <a:pt x="116062" y="225485"/>
                  <a:pt x="100993" y="201025"/>
                  <a:pt x="100993" y="174269"/>
                </a:cubicBezTo>
              </a:path>
            </a:pathLst>
          </a:custGeom>
          <a:solidFill>
            <a:srgbClr val="6DA19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7606875" y="1372617"/>
            <a:ext cx="224809" cy="269900"/>
          </a:xfrm>
          <a:custGeom>
            <a:avLst/>
            <a:gdLst/>
            <a:ahLst/>
            <a:cxnLst/>
            <a:rect l="0" t="0" r="0" b="0"/>
            <a:pathLst>
              <a:path w="224809" h="269900">
                <a:moveTo>
                  <a:pt x="207949" y="123"/>
                </a:moveTo>
                <a:lnTo>
                  <a:pt x="118024" y="123"/>
                </a:lnTo>
                <a:cubicBezTo>
                  <a:pt x="109899" y="0"/>
                  <a:pt x="102831" y="5657"/>
                  <a:pt x="101165" y="13611"/>
                </a:cubicBezTo>
                <a:cubicBezTo>
                  <a:pt x="101012" y="14439"/>
                  <a:pt x="101222" y="15297"/>
                  <a:pt x="101726" y="15973"/>
                </a:cubicBezTo>
                <a:cubicBezTo>
                  <a:pt x="102279" y="16640"/>
                  <a:pt x="103108" y="17011"/>
                  <a:pt x="103974" y="16983"/>
                </a:cubicBezTo>
                <a:lnTo>
                  <a:pt x="174221" y="16983"/>
                </a:lnTo>
                <a:cubicBezTo>
                  <a:pt x="178879" y="16983"/>
                  <a:pt x="182660" y="20754"/>
                  <a:pt x="182660" y="25412"/>
                </a:cubicBezTo>
                <a:cubicBezTo>
                  <a:pt x="182660" y="30070"/>
                  <a:pt x="178879" y="33842"/>
                  <a:pt x="174221" y="33842"/>
                </a:cubicBezTo>
                <a:lnTo>
                  <a:pt x="103974" y="33842"/>
                </a:lnTo>
                <a:cubicBezTo>
                  <a:pt x="102422" y="33842"/>
                  <a:pt x="101165" y="35099"/>
                  <a:pt x="101165" y="36652"/>
                </a:cubicBezTo>
                <a:lnTo>
                  <a:pt x="101165" y="47891"/>
                </a:lnTo>
                <a:cubicBezTo>
                  <a:pt x="101165" y="49444"/>
                  <a:pt x="102422" y="50701"/>
                  <a:pt x="103974" y="50701"/>
                </a:cubicBezTo>
                <a:lnTo>
                  <a:pt x="151742" y="50701"/>
                </a:lnTo>
                <a:cubicBezTo>
                  <a:pt x="156400" y="50701"/>
                  <a:pt x="160172" y="54482"/>
                  <a:pt x="160172" y="59131"/>
                </a:cubicBezTo>
                <a:cubicBezTo>
                  <a:pt x="160172" y="63788"/>
                  <a:pt x="156400" y="67560"/>
                  <a:pt x="151742" y="67560"/>
                </a:cubicBezTo>
                <a:lnTo>
                  <a:pt x="103974" y="67560"/>
                </a:lnTo>
                <a:cubicBezTo>
                  <a:pt x="102422" y="67560"/>
                  <a:pt x="101165" y="68827"/>
                  <a:pt x="101165" y="70380"/>
                </a:cubicBezTo>
                <a:lnTo>
                  <a:pt x="101165" y="81619"/>
                </a:lnTo>
                <a:cubicBezTo>
                  <a:pt x="101165" y="83172"/>
                  <a:pt x="102422" y="84429"/>
                  <a:pt x="103974" y="84429"/>
                </a:cubicBezTo>
                <a:lnTo>
                  <a:pt x="106784" y="84429"/>
                </a:lnTo>
                <a:cubicBezTo>
                  <a:pt x="125406" y="84429"/>
                  <a:pt x="140503" y="99526"/>
                  <a:pt x="140503" y="118148"/>
                </a:cubicBezTo>
                <a:lnTo>
                  <a:pt x="140503" y="266747"/>
                </a:lnTo>
                <a:cubicBezTo>
                  <a:pt x="140408" y="267547"/>
                  <a:pt x="140665" y="268347"/>
                  <a:pt x="141198" y="268947"/>
                </a:cubicBezTo>
                <a:cubicBezTo>
                  <a:pt x="141731" y="269557"/>
                  <a:pt x="142503" y="269900"/>
                  <a:pt x="143313" y="269890"/>
                </a:cubicBezTo>
                <a:lnTo>
                  <a:pt x="154552" y="269890"/>
                </a:lnTo>
                <a:cubicBezTo>
                  <a:pt x="156105" y="269890"/>
                  <a:pt x="157362" y="268633"/>
                  <a:pt x="157362" y="267080"/>
                </a:cubicBezTo>
                <a:lnTo>
                  <a:pt x="157362" y="236172"/>
                </a:lnTo>
                <a:cubicBezTo>
                  <a:pt x="157362" y="229962"/>
                  <a:pt x="162401" y="224932"/>
                  <a:pt x="168602" y="224932"/>
                </a:cubicBezTo>
                <a:lnTo>
                  <a:pt x="191090" y="224932"/>
                </a:lnTo>
                <a:cubicBezTo>
                  <a:pt x="197291" y="224932"/>
                  <a:pt x="202330" y="229962"/>
                  <a:pt x="202330" y="236172"/>
                </a:cubicBezTo>
                <a:lnTo>
                  <a:pt x="202330" y="267080"/>
                </a:lnTo>
                <a:cubicBezTo>
                  <a:pt x="202330" y="268633"/>
                  <a:pt x="203587" y="269890"/>
                  <a:pt x="205139" y="269890"/>
                </a:cubicBezTo>
                <a:lnTo>
                  <a:pt x="213569" y="269890"/>
                </a:lnTo>
                <a:cubicBezTo>
                  <a:pt x="219770" y="269890"/>
                  <a:pt x="224809" y="264861"/>
                  <a:pt x="224809" y="258651"/>
                </a:cubicBezTo>
                <a:lnTo>
                  <a:pt x="224809" y="16983"/>
                </a:lnTo>
                <a:cubicBezTo>
                  <a:pt x="224809" y="7677"/>
                  <a:pt x="217255" y="123"/>
                  <a:pt x="207949" y="123"/>
                </a:cubicBezTo>
                <a:moveTo>
                  <a:pt x="106784" y="101288"/>
                </a:moveTo>
                <a:lnTo>
                  <a:pt x="16859" y="101288"/>
                </a:lnTo>
                <a:cubicBezTo>
                  <a:pt x="7553" y="101288"/>
                  <a:pt x="0" y="108832"/>
                  <a:pt x="0" y="118148"/>
                </a:cubicBezTo>
                <a:lnTo>
                  <a:pt x="0" y="120957"/>
                </a:lnTo>
                <a:cubicBezTo>
                  <a:pt x="0" y="122510"/>
                  <a:pt x="1257" y="123767"/>
                  <a:pt x="2809" y="123767"/>
                </a:cubicBezTo>
                <a:lnTo>
                  <a:pt x="50587" y="123767"/>
                </a:lnTo>
                <a:cubicBezTo>
                  <a:pt x="55235" y="123767"/>
                  <a:pt x="59016" y="127539"/>
                  <a:pt x="59016" y="132197"/>
                </a:cubicBezTo>
                <a:cubicBezTo>
                  <a:pt x="59016" y="136855"/>
                  <a:pt x="55235" y="140627"/>
                  <a:pt x="50587" y="140627"/>
                </a:cubicBezTo>
                <a:lnTo>
                  <a:pt x="2809" y="140627"/>
                </a:lnTo>
                <a:cubicBezTo>
                  <a:pt x="1257" y="140627"/>
                  <a:pt x="0" y="141884"/>
                  <a:pt x="0" y="143436"/>
                </a:cubicBezTo>
                <a:lnTo>
                  <a:pt x="0" y="160296"/>
                </a:lnTo>
                <a:cubicBezTo>
                  <a:pt x="0" y="161848"/>
                  <a:pt x="1257" y="163106"/>
                  <a:pt x="2809" y="163106"/>
                </a:cubicBezTo>
                <a:lnTo>
                  <a:pt x="28098" y="163106"/>
                </a:lnTo>
                <a:cubicBezTo>
                  <a:pt x="32756" y="163106"/>
                  <a:pt x="36528" y="166878"/>
                  <a:pt x="36528" y="171535"/>
                </a:cubicBezTo>
                <a:cubicBezTo>
                  <a:pt x="36528" y="176193"/>
                  <a:pt x="32756" y="179965"/>
                  <a:pt x="28098" y="179965"/>
                </a:cubicBezTo>
                <a:lnTo>
                  <a:pt x="2809" y="179965"/>
                </a:lnTo>
                <a:cubicBezTo>
                  <a:pt x="1257" y="179965"/>
                  <a:pt x="0" y="181222"/>
                  <a:pt x="0" y="182775"/>
                </a:cubicBezTo>
                <a:lnTo>
                  <a:pt x="0" y="258651"/>
                </a:lnTo>
                <a:cubicBezTo>
                  <a:pt x="0" y="264861"/>
                  <a:pt x="5038" y="269890"/>
                  <a:pt x="11239" y="269890"/>
                </a:cubicBezTo>
                <a:lnTo>
                  <a:pt x="19669" y="269890"/>
                </a:lnTo>
                <a:cubicBezTo>
                  <a:pt x="21221" y="269890"/>
                  <a:pt x="22479" y="268633"/>
                  <a:pt x="22479" y="267080"/>
                </a:cubicBezTo>
                <a:lnTo>
                  <a:pt x="22479" y="236172"/>
                </a:lnTo>
                <a:cubicBezTo>
                  <a:pt x="22479" y="229962"/>
                  <a:pt x="27517" y="224932"/>
                  <a:pt x="33718" y="224932"/>
                </a:cubicBezTo>
                <a:lnTo>
                  <a:pt x="56207" y="224932"/>
                </a:lnTo>
                <a:cubicBezTo>
                  <a:pt x="62407" y="224932"/>
                  <a:pt x="67446" y="229962"/>
                  <a:pt x="67446" y="236172"/>
                </a:cubicBezTo>
                <a:lnTo>
                  <a:pt x="67446" y="267080"/>
                </a:lnTo>
                <a:cubicBezTo>
                  <a:pt x="67446" y="268633"/>
                  <a:pt x="68703" y="269890"/>
                  <a:pt x="70256" y="269890"/>
                </a:cubicBezTo>
                <a:lnTo>
                  <a:pt x="118024" y="269890"/>
                </a:lnTo>
                <a:cubicBezTo>
                  <a:pt x="121129" y="269890"/>
                  <a:pt x="123644" y="267376"/>
                  <a:pt x="123644" y="264271"/>
                </a:cubicBezTo>
                <a:lnTo>
                  <a:pt x="123644" y="118148"/>
                </a:lnTo>
                <a:cubicBezTo>
                  <a:pt x="123644" y="108832"/>
                  <a:pt x="116100" y="101288"/>
                  <a:pt x="106784" y="101288"/>
                </a:cubicBezTo>
              </a:path>
            </a:pathLst>
          </a:custGeom>
          <a:solidFill>
            <a:srgbClr val="DB994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5073849" y="1822353"/>
            <a:ext cx="254746" cy="269767"/>
          </a:xfrm>
          <a:custGeom>
            <a:avLst/>
            <a:gdLst/>
            <a:ahLst/>
            <a:cxnLst/>
            <a:rect l="0" t="0" r="0" b="0"/>
            <a:pathLst>
              <a:path w="254746" h="269767">
                <a:moveTo>
                  <a:pt x="1352" y="82200"/>
                </a:moveTo>
                <a:cubicBezTo>
                  <a:pt x="16106" y="37899"/>
                  <a:pt x="67979" y="0"/>
                  <a:pt x="127368" y="0"/>
                </a:cubicBezTo>
                <a:cubicBezTo>
                  <a:pt x="186775" y="0"/>
                  <a:pt x="238629" y="37899"/>
                  <a:pt x="253393" y="82200"/>
                </a:cubicBezTo>
                <a:cubicBezTo>
                  <a:pt x="254126" y="84401"/>
                  <a:pt x="254746" y="87525"/>
                  <a:pt x="253431" y="90830"/>
                </a:cubicBezTo>
                <a:cubicBezTo>
                  <a:pt x="252812" y="92392"/>
                  <a:pt x="251850" y="93792"/>
                  <a:pt x="250621" y="94935"/>
                </a:cubicBezTo>
                <a:cubicBezTo>
                  <a:pt x="247116" y="98307"/>
                  <a:pt x="242982" y="99993"/>
                  <a:pt x="238658" y="100041"/>
                </a:cubicBezTo>
                <a:lnTo>
                  <a:pt x="235962" y="100041"/>
                </a:lnTo>
                <a:cubicBezTo>
                  <a:pt x="235886" y="100107"/>
                  <a:pt x="235810" y="100174"/>
                  <a:pt x="235734" y="100241"/>
                </a:cubicBezTo>
                <a:lnTo>
                  <a:pt x="195214" y="134007"/>
                </a:lnTo>
                <a:cubicBezTo>
                  <a:pt x="193967" y="133835"/>
                  <a:pt x="192700" y="133759"/>
                  <a:pt x="191442" y="133759"/>
                </a:cubicBezTo>
                <a:lnTo>
                  <a:pt x="160401" y="133759"/>
                </a:lnTo>
                <a:lnTo>
                  <a:pt x="200863" y="100041"/>
                </a:lnTo>
                <a:lnTo>
                  <a:pt x="138607" y="100041"/>
                </a:lnTo>
                <a:lnTo>
                  <a:pt x="138607" y="133759"/>
                </a:lnTo>
                <a:lnTo>
                  <a:pt x="116128" y="133759"/>
                </a:lnTo>
                <a:lnTo>
                  <a:pt x="116128" y="100041"/>
                </a:lnTo>
                <a:lnTo>
                  <a:pt x="54263" y="100041"/>
                </a:lnTo>
                <a:lnTo>
                  <a:pt x="95154" y="133492"/>
                </a:lnTo>
                <a:lnTo>
                  <a:pt x="63312" y="133492"/>
                </a:lnTo>
                <a:cubicBezTo>
                  <a:pt x="62255" y="133759"/>
                  <a:pt x="61236" y="133826"/>
                  <a:pt x="60236" y="133950"/>
                </a:cubicBezTo>
                <a:lnTo>
                  <a:pt x="19088" y="100307"/>
                </a:lnTo>
                <a:cubicBezTo>
                  <a:pt x="18983" y="100222"/>
                  <a:pt x="18878" y="100126"/>
                  <a:pt x="18773" y="100041"/>
                </a:cubicBezTo>
                <a:lnTo>
                  <a:pt x="16087" y="100041"/>
                </a:lnTo>
                <a:cubicBezTo>
                  <a:pt x="11772" y="99993"/>
                  <a:pt x="7629" y="98307"/>
                  <a:pt x="4514" y="95316"/>
                </a:cubicBezTo>
                <a:cubicBezTo>
                  <a:pt x="2886" y="93792"/>
                  <a:pt x="1933" y="92392"/>
                  <a:pt x="1314" y="90830"/>
                </a:cubicBezTo>
                <a:cubicBezTo>
                  <a:pt x="0" y="87525"/>
                  <a:pt x="609" y="84401"/>
                  <a:pt x="1352" y="82200"/>
                </a:cubicBezTo>
                <a:moveTo>
                  <a:pt x="202682" y="256279"/>
                </a:moveTo>
                <a:cubicBezTo>
                  <a:pt x="202682" y="263023"/>
                  <a:pt x="197062" y="269767"/>
                  <a:pt x="191442" y="269767"/>
                </a:cubicBezTo>
                <a:lnTo>
                  <a:pt x="63312" y="269767"/>
                </a:lnTo>
                <a:cubicBezTo>
                  <a:pt x="56568" y="269767"/>
                  <a:pt x="52073" y="264147"/>
                  <a:pt x="52073" y="256279"/>
                </a:cubicBezTo>
                <a:lnTo>
                  <a:pt x="52073" y="164106"/>
                </a:lnTo>
                <a:cubicBezTo>
                  <a:pt x="52073" y="157362"/>
                  <a:pt x="57692" y="150618"/>
                  <a:pt x="63312" y="150618"/>
                </a:cubicBezTo>
                <a:lnTo>
                  <a:pt x="191452" y="150618"/>
                </a:lnTo>
                <a:cubicBezTo>
                  <a:pt x="198196" y="150618"/>
                  <a:pt x="202691" y="156238"/>
                  <a:pt x="202691" y="164106"/>
                </a:cubicBezTo>
                <a:lnTo>
                  <a:pt x="202691" y="256279"/>
                </a:lnTo>
                <a:moveTo>
                  <a:pt x="97269" y="186680"/>
                </a:moveTo>
                <a:cubicBezTo>
                  <a:pt x="93630" y="183775"/>
                  <a:pt x="88334" y="184356"/>
                  <a:pt x="85420" y="187994"/>
                </a:cubicBezTo>
                <a:lnTo>
                  <a:pt x="70732" y="206349"/>
                </a:lnTo>
                <a:cubicBezTo>
                  <a:pt x="68265" y="209426"/>
                  <a:pt x="68265" y="213798"/>
                  <a:pt x="70732" y="216884"/>
                </a:cubicBezTo>
                <a:lnTo>
                  <a:pt x="85420" y="235238"/>
                </a:lnTo>
                <a:cubicBezTo>
                  <a:pt x="87277" y="237648"/>
                  <a:pt x="90306" y="238877"/>
                  <a:pt x="93316" y="238439"/>
                </a:cubicBezTo>
                <a:cubicBezTo>
                  <a:pt x="96335" y="237991"/>
                  <a:pt x="98879" y="235962"/>
                  <a:pt x="99974" y="233114"/>
                </a:cubicBezTo>
                <a:cubicBezTo>
                  <a:pt x="101060" y="230266"/>
                  <a:pt x="100536" y="227047"/>
                  <a:pt x="98583" y="224704"/>
                </a:cubicBezTo>
                <a:lnTo>
                  <a:pt x="88106" y="211616"/>
                </a:lnTo>
                <a:lnTo>
                  <a:pt x="98583" y="198529"/>
                </a:lnTo>
                <a:cubicBezTo>
                  <a:pt x="101488" y="194891"/>
                  <a:pt x="100898" y="189585"/>
                  <a:pt x="97259" y="186680"/>
                </a:cubicBezTo>
                <a:moveTo>
                  <a:pt x="165668" y="187747"/>
                </a:moveTo>
                <a:cubicBezTo>
                  <a:pt x="163725" y="185366"/>
                  <a:pt x="160639" y="184232"/>
                  <a:pt x="157619" y="184785"/>
                </a:cubicBezTo>
                <a:cubicBezTo>
                  <a:pt x="154600" y="185337"/>
                  <a:pt x="152114" y="187490"/>
                  <a:pt x="151142" y="190395"/>
                </a:cubicBezTo>
                <a:cubicBezTo>
                  <a:pt x="150161" y="193309"/>
                  <a:pt x="150847" y="196519"/>
                  <a:pt x="152933" y="198786"/>
                </a:cubicBezTo>
                <a:lnTo>
                  <a:pt x="164058" y="211616"/>
                </a:lnTo>
                <a:lnTo>
                  <a:pt x="152933" y="224447"/>
                </a:lnTo>
                <a:cubicBezTo>
                  <a:pt x="149894" y="227961"/>
                  <a:pt x="150285" y="233276"/>
                  <a:pt x="153790" y="236315"/>
                </a:cubicBezTo>
                <a:cubicBezTo>
                  <a:pt x="157295" y="239363"/>
                  <a:pt x="162610" y="238991"/>
                  <a:pt x="165668" y="235496"/>
                </a:cubicBezTo>
                <a:lnTo>
                  <a:pt x="181575" y="217141"/>
                </a:lnTo>
                <a:cubicBezTo>
                  <a:pt x="184318" y="213969"/>
                  <a:pt x="184318" y="209264"/>
                  <a:pt x="181575" y="206092"/>
                </a:cubicBezTo>
                <a:lnTo>
                  <a:pt x="165668" y="187747"/>
                </a:lnTo>
                <a:moveTo>
                  <a:pt x="134035" y="169087"/>
                </a:moveTo>
                <a:cubicBezTo>
                  <a:pt x="129473" y="168173"/>
                  <a:pt x="125025" y="171126"/>
                  <a:pt x="124110" y="175698"/>
                </a:cubicBezTo>
                <a:lnTo>
                  <a:pt x="111880" y="236877"/>
                </a:lnTo>
                <a:cubicBezTo>
                  <a:pt x="111147" y="241363"/>
                  <a:pt x="114090" y="245621"/>
                  <a:pt x="118548" y="246516"/>
                </a:cubicBezTo>
                <a:cubicBezTo>
                  <a:pt x="123005" y="247402"/>
                  <a:pt x="127358" y="244602"/>
                  <a:pt x="128406" y="240182"/>
                </a:cubicBezTo>
                <a:lnTo>
                  <a:pt x="140646" y="179012"/>
                </a:lnTo>
                <a:cubicBezTo>
                  <a:pt x="141560" y="174450"/>
                  <a:pt x="138598" y="170002"/>
                  <a:pt x="134035" y="169087"/>
                </a:cubicBezTo>
              </a:path>
            </a:pathLst>
          </a:custGeom>
          <a:solidFill>
            <a:srgbClr val="DB994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3832949" y="2272955"/>
            <a:ext cx="219189" cy="269757"/>
          </a:xfrm>
          <a:custGeom>
            <a:avLst/>
            <a:gdLst/>
            <a:ahLst/>
            <a:cxnLst/>
            <a:rect l="0" t="0" r="0" b="0"/>
            <a:pathLst>
              <a:path w="219189" h="269757">
                <a:moveTo>
                  <a:pt x="14163" y="11258"/>
                </a:moveTo>
                <a:lnTo>
                  <a:pt x="14163" y="140522"/>
                </a:lnTo>
                <a:cubicBezTo>
                  <a:pt x="14163" y="146732"/>
                  <a:pt x="19192" y="151761"/>
                  <a:pt x="25403" y="151761"/>
                </a:cubicBezTo>
                <a:cubicBezTo>
                  <a:pt x="31613" y="151761"/>
                  <a:pt x="36642" y="146732"/>
                  <a:pt x="36642" y="140522"/>
                </a:cubicBezTo>
                <a:lnTo>
                  <a:pt x="36642" y="28117"/>
                </a:lnTo>
                <a:cubicBezTo>
                  <a:pt x="36642" y="25022"/>
                  <a:pt x="39157" y="22498"/>
                  <a:pt x="42262" y="22498"/>
                </a:cubicBezTo>
                <a:lnTo>
                  <a:pt x="147694" y="22498"/>
                </a:lnTo>
                <a:cubicBezTo>
                  <a:pt x="149180" y="22536"/>
                  <a:pt x="150590" y="23136"/>
                  <a:pt x="151628" y="24183"/>
                </a:cubicBezTo>
                <a:lnTo>
                  <a:pt x="181079" y="53635"/>
                </a:lnTo>
                <a:cubicBezTo>
                  <a:pt x="182156" y="54663"/>
                  <a:pt x="182756" y="56083"/>
                  <a:pt x="182765" y="57569"/>
                </a:cubicBezTo>
                <a:lnTo>
                  <a:pt x="182765" y="140522"/>
                </a:lnTo>
                <a:cubicBezTo>
                  <a:pt x="182765" y="146732"/>
                  <a:pt x="187804" y="151761"/>
                  <a:pt x="194005" y="151761"/>
                </a:cubicBezTo>
                <a:cubicBezTo>
                  <a:pt x="200215" y="151761"/>
                  <a:pt x="205244" y="146732"/>
                  <a:pt x="205244" y="140522"/>
                </a:cubicBezTo>
                <a:lnTo>
                  <a:pt x="205244" y="50606"/>
                </a:lnTo>
                <a:cubicBezTo>
                  <a:pt x="205235" y="47653"/>
                  <a:pt x="204063" y="44824"/>
                  <a:pt x="201987" y="42738"/>
                </a:cubicBezTo>
                <a:lnTo>
                  <a:pt x="162648" y="3390"/>
                </a:lnTo>
                <a:cubicBezTo>
                  <a:pt x="160515" y="1219"/>
                  <a:pt x="157600" y="0"/>
                  <a:pt x="154552" y="19"/>
                </a:cubicBezTo>
                <a:lnTo>
                  <a:pt x="25403" y="19"/>
                </a:lnTo>
                <a:cubicBezTo>
                  <a:pt x="19192" y="19"/>
                  <a:pt x="14163" y="5057"/>
                  <a:pt x="14163" y="11258"/>
                </a:cubicBezTo>
                <a:moveTo>
                  <a:pt x="162086" y="237867"/>
                </a:moveTo>
                <a:cubicBezTo>
                  <a:pt x="162725" y="238277"/>
                  <a:pt x="163172" y="238925"/>
                  <a:pt x="163325" y="239668"/>
                </a:cubicBezTo>
                <a:cubicBezTo>
                  <a:pt x="165011" y="249002"/>
                  <a:pt x="173164" y="255784"/>
                  <a:pt x="182660" y="255736"/>
                </a:cubicBezTo>
                <a:lnTo>
                  <a:pt x="210759" y="255736"/>
                </a:lnTo>
                <a:cubicBezTo>
                  <a:pt x="215417" y="255736"/>
                  <a:pt x="219189" y="251964"/>
                  <a:pt x="219189" y="247307"/>
                </a:cubicBezTo>
                <a:lnTo>
                  <a:pt x="219189" y="168621"/>
                </a:lnTo>
                <a:cubicBezTo>
                  <a:pt x="219122" y="163991"/>
                  <a:pt x="215388" y="160258"/>
                  <a:pt x="210759" y="160191"/>
                </a:cubicBezTo>
                <a:lnTo>
                  <a:pt x="182660" y="160191"/>
                </a:lnTo>
                <a:cubicBezTo>
                  <a:pt x="179298" y="160172"/>
                  <a:pt x="175993" y="161067"/>
                  <a:pt x="173097" y="162782"/>
                </a:cubicBezTo>
                <a:cubicBezTo>
                  <a:pt x="172354" y="163115"/>
                  <a:pt x="171497" y="163115"/>
                  <a:pt x="170745" y="162782"/>
                </a:cubicBezTo>
                <a:lnTo>
                  <a:pt x="138598" y="150533"/>
                </a:lnTo>
                <a:cubicBezTo>
                  <a:pt x="131645" y="148075"/>
                  <a:pt x="124005" y="148485"/>
                  <a:pt x="117348" y="151657"/>
                </a:cubicBezTo>
                <a:lnTo>
                  <a:pt x="100603" y="159858"/>
                </a:lnTo>
                <a:cubicBezTo>
                  <a:pt x="99783" y="160239"/>
                  <a:pt x="98831" y="160239"/>
                  <a:pt x="98021" y="159858"/>
                </a:cubicBezTo>
                <a:cubicBezTo>
                  <a:pt x="91401" y="156152"/>
                  <a:pt x="83458" y="155657"/>
                  <a:pt x="76438" y="158505"/>
                </a:cubicBezTo>
                <a:lnTo>
                  <a:pt x="54625" y="167611"/>
                </a:lnTo>
                <a:cubicBezTo>
                  <a:pt x="53635" y="168249"/>
                  <a:pt x="52368" y="168249"/>
                  <a:pt x="51368" y="167611"/>
                </a:cubicBezTo>
                <a:cubicBezTo>
                  <a:pt x="47663" y="163268"/>
                  <a:pt x="42243" y="160762"/>
                  <a:pt x="36528" y="160753"/>
                </a:cubicBezTo>
                <a:lnTo>
                  <a:pt x="8429" y="160753"/>
                </a:lnTo>
                <a:cubicBezTo>
                  <a:pt x="3800" y="160820"/>
                  <a:pt x="66" y="164553"/>
                  <a:pt x="0" y="169183"/>
                </a:cubicBezTo>
                <a:lnTo>
                  <a:pt x="0" y="247869"/>
                </a:lnTo>
                <a:cubicBezTo>
                  <a:pt x="0" y="252526"/>
                  <a:pt x="3771" y="256298"/>
                  <a:pt x="8429" y="256298"/>
                </a:cubicBezTo>
                <a:lnTo>
                  <a:pt x="36528" y="256298"/>
                </a:lnTo>
                <a:cubicBezTo>
                  <a:pt x="43529" y="256184"/>
                  <a:pt x="49939" y="252374"/>
                  <a:pt x="53397" y="246297"/>
                </a:cubicBezTo>
                <a:cubicBezTo>
                  <a:pt x="53825" y="245392"/>
                  <a:pt x="54749" y="244821"/>
                  <a:pt x="55749" y="244830"/>
                </a:cubicBezTo>
                <a:lnTo>
                  <a:pt x="59350" y="244830"/>
                </a:lnTo>
                <a:cubicBezTo>
                  <a:pt x="60007" y="244840"/>
                  <a:pt x="60645" y="245078"/>
                  <a:pt x="61150" y="245506"/>
                </a:cubicBezTo>
                <a:lnTo>
                  <a:pt x="83629" y="263271"/>
                </a:lnTo>
                <a:cubicBezTo>
                  <a:pt x="89449" y="269262"/>
                  <a:pt x="98917" y="269757"/>
                  <a:pt x="105327" y="264394"/>
                </a:cubicBezTo>
                <a:lnTo>
                  <a:pt x="130054" y="244049"/>
                </a:lnTo>
                <a:cubicBezTo>
                  <a:pt x="130416" y="243773"/>
                  <a:pt x="130835" y="243573"/>
                  <a:pt x="131292" y="243487"/>
                </a:cubicBezTo>
                <a:lnTo>
                  <a:pt x="159610" y="237753"/>
                </a:lnTo>
                <a:cubicBezTo>
                  <a:pt x="160410" y="237410"/>
                  <a:pt x="161324" y="237448"/>
                  <a:pt x="162086" y="237867"/>
                </a:cubicBezTo>
                <a:moveTo>
                  <a:pt x="131397" y="221227"/>
                </a:moveTo>
                <a:cubicBezTo>
                  <a:pt x="127130" y="224713"/>
                  <a:pt x="100269" y="247535"/>
                  <a:pt x="95992" y="251126"/>
                </a:cubicBezTo>
                <a:cubicBezTo>
                  <a:pt x="95992" y="251126"/>
                  <a:pt x="94869" y="250116"/>
                  <a:pt x="68675" y="229438"/>
                </a:cubicBezTo>
                <a:cubicBezTo>
                  <a:pt x="67198" y="228285"/>
                  <a:pt x="65379" y="227657"/>
                  <a:pt x="63512" y="227637"/>
                </a:cubicBezTo>
                <a:lnTo>
                  <a:pt x="59016" y="227637"/>
                </a:lnTo>
                <a:cubicBezTo>
                  <a:pt x="57464" y="227637"/>
                  <a:pt x="56207" y="226380"/>
                  <a:pt x="56207" y="224828"/>
                </a:cubicBezTo>
                <a:lnTo>
                  <a:pt x="56207" y="187280"/>
                </a:lnTo>
                <a:cubicBezTo>
                  <a:pt x="56178" y="186185"/>
                  <a:pt x="56854" y="185194"/>
                  <a:pt x="57892" y="184813"/>
                </a:cubicBezTo>
                <a:lnTo>
                  <a:pt x="82838" y="173574"/>
                </a:lnTo>
                <a:cubicBezTo>
                  <a:pt x="83410" y="173326"/>
                  <a:pt x="84067" y="173431"/>
                  <a:pt x="84524" y="173840"/>
                </a:cubicBezTo>
                <a:cubicBezTo>
                  <a:pt x="84982" y="174250"/>
                  <a:pt x="85163" y="174888"/>
                  <a:pt x="84982" y="175479"/>
                </a:cubicBezTo>
                <a:cubicBezTo>
                  <a:pt x="82391" y="186004"/>
                  <a:pt x="87687" y="196881"/>
                  <a:pt x="97564" y="201329"/>
                </a:cubicBezTo>
                <a:cubicBezTo>
                  <a:pt x="103146" y="203815"/>
                  <a:pt x="109518" y="203815"/>
                  <a:pt x="115100" y="201329"/>
                </a:cubicBezTo>
                <a:cubicBezTo>
                  <a:pt x="116185" y="200872"/>
                  <a:pt x="117443" y="201148"/>
                  <a:pt x="118252" y="202006"/>
                </a:cubicBezTo>
                <a:lnTo>
                  <a:pt x="132073" y="217179"/>
                </a:lnTo>
                <a:cubicBezTo>
                  <a:pt x="132607" y="217722"/>
                  <a:pt x="132892" y="218455"/>
                  <a:pt x="132864" y="219208"/>
                </a:cubicBezTo>
                <a:cubicBezTo>
                  <a:pt x="132645" y="220037"/>
                  <a:pt x="132121" y="220760"/>
                  <a:pt x="131397" y="221227"/>
                </a:cubicBezTo>
                <a:moveTo>
                  <a:pt x="151857" y="221227"/>
                </a:moveTo>
                <a:cubicBezTo>
                  <a:pt x="151190" y="220713"/>
                  <a:pt x="150780" y="219932"/>
                  <a:pt x="150733" y="219094"/>
                </a:cubicBezTo>
                <a:cubicBezTo>
                  <a:pt x="150561" y="215522"/>
                  <a:pt x="149266" y="212102"/>
                  <a:pt x="147027" y="209311"/>
                </a:cubicBezTo>
                <a:lnTo>
                  <a:pt x="125444" y="185489"/>
                </a:lnTo>
                <a:cubicBezTo>
                  <a:pt x="123043" y="182889"/>
                  <a:pt x="119291" y="182041"/>
                  <a:pt x="116004" y="183346"/>
                </a:cubicBezTo>
                <a:lnTo>
                  <a:pt x="108137" y="186613"/>
                </a:lnTo>
                <a:cubicBezTo>
                  <a:pt x="105527" y="187623"/>
                  <a:pt x="102584" y="186375"/>
                  <a:pt x="101498" y="183803"/>
                </a:cubicBezTo>
                <a:cubicBezTo>
                  <a:pt x="100269" y="180536"/>
                  <a:pt x="101498" y="179193"/>
                  <a:pt x="103974" y="177393"/>
                </a:cubicBezTo>
                <a:lnTo>
                  <a:pt x="124767" y="167278"/>
                </a:lnTo>
                <a:cubicBezTo>
                  <a:pt x="127339" y="166296"/>
                  <a:pt x="130178" y="166296"/>
                  <a:pt x="132749" y="167278"/>
                </a:cubicBezTo>
                <a:lnTo>
                  <a:pt x="161191" y="178517"/>
                </a:lnTo>
                <a:cubicBezTo>
                  <a:pt x="162258" y="178927"/>
                  <a:pt x="162972" y="179955"/>
                  <a:pt x="162982" y="181098"/>
                </a:cubicBezTo>
                <a:lnTo>
                  <a:pt x="162982" y="218646"/>
                </a:lnTo>
                <a:cubicBezTo>
                  <a:pt x="163001" y="219979"/>
                  <a:pt x="162048" y="221122"/>
                  <a:pt x="160734" y="221341"/>
                </a:cubicBezTo>
                <a:lnTo>
                  <a:pt x="154104" y="222694"/>
                </a:lnTo>
                <a:cubicBezTo>
                  <a:pt x="153076" y="222570"/>
                  <a:pt x="152199" y="221875"/>
                  <a:pt x="151857" y="220894"/>
                </a:cubicBezTo>
                <a:moveTo>
                  <a:pt x="103974" y="70275"/>
                </a:moveTo>
                <a:lnTo>
                  <a:pt x="70256" y="70275"/>
                </a:lnTo>
                <a:cubicBezTo>
                  <a:pt x="65598" y="70275"/>
                  <a:pt x="61826" y="66494"/>
                  <a:pt x="61826" y="61845"/>
                </a:cubicBezTo>
                <a:cubicBezTo>
                  <a:pt x="61826" y="57188"/>
                  <a:pt x="65598" y="53416"/>
                  <a:pt x="70256" y="53416"/>
                </a:cubicBezTo>
                <a:lnTo>
                  <a:pt x="103974" y="53416"/>
                </a:lnTo>
                <a:cubicBezTo>
                  <a:pt x="108632" y="53416"/>
                  <a:pt x="112404" y="57188"/>
                  <a:pt x="112404" y="61845"/>
                </a:cubicBezTo>
                <a:cubicBezTo>
                  <a:pt x="112404" y="66494"/>
                  <a:pt x="108632" y="70275"/>
                  <a:pt x="103974" y="70275"/>
                </a:cubicBezTo>
                <a:moveTo>
                  <a:pt x="70370" y="115233"/>
                </a:moveTo>
                <a:cubicBezTo>
                  <a:pt x="65712" y="115233"/>
                  <a:pt x="61931" y="111461"/>
                  <a:pt x="61931" y="106803"/>
                </a:cubicBezTo>
                <a:cubicBezTo>
                  <a:pt x="61931" y="102146"/>
                  <a:pt x="65712" y="98374"/>
                  <a:pt x="70370" y="98374"/>
                </a:cubicBezTo>
                <a:lnTo>
                  <a:pt x="154552" y="98374"/>
                </a:lnTo>
                <a:cubicBezTo>
                  <a:pt x="159210" y="98374"/>
                  <a:pt x="162982" y="102146"/>
                  <a:pt x="162982" y="106803"/>
                </a:cubicBezTo>
                <a:cubicBezTo>
                  <a:pt x="162982" y="111461"/>
                  <a:pt x="159210" y="115233"/>
                  <a:pt x="154552" y="115233"/>
                </a:cubicBezTo>
                <a:lnTo>
                  <a:pt x="70370" y="115233"/>
                </a:lnTo>
              </a:path>
            </a:pathLst>
          </a:custGeom>
          <a:solidFill>
            <a:srgbClr val="DB994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1289836" y="2721575"/>
            <a:ext cx="269767" cy="269767"/>
          </a:xfrm>
          <a:custGeom>
            <a:avLst/>
            <a:gdLst/>
            <a:ahLst/>
            <a:cxnLst/>
            <a:rect l="0" t="0" r="0" b="0"/>
            <a:pathLst>
              <a:path w="269767" h="269767">
                <a:moveTo>
                  <a:pt x="269767" y="252907"/>
                </a:moveTo>
                <a:cubicBezTo>
                  <a:pt x="269767" y="243592"/>
                  <a:pt x="262213" y="236048"/>
                  <a:pt x="252907" y="236048"/>
                </a:cubicBezTo>
                <a:lnTo>
                  <a:pt x="244478" y="236048"/>
                </a:lnTo>
                <a:cubicBezTo>
                  <a:pt x="242925" y="236048"/>
                  <a:pt x="241668" y="234791"/>
                  <a:pt x="241668" y="233238"/>
                </a:cubicBezTo>
                <a:lnTo>
                  <a:pt x="241668" y="160172"/>
                </a:lnTo>
                <a:cubicBezTo>
                  <a:pt x="241668" y="157067"/>
                  <a:pt x="239153" y="154552"/>
                  <a:pt x="236048" y="154552"/>
                </a:cubicBezTo>
                <a:lnTo>
                  <a:pt x="33718" y="154552"/>
                </a:lnTo>
                <a:cubicBezTo>
                  <a:pt x="30613" y="154552"/>
                  <a:pt x="28098" y="157067"/>
                  <a:pt x="28098" y="160172"/>
                </a:cubicBezTo>
                <a:lnTo>
                  <a:pt x="28098" y="233238"/>
                </a:lnTo>
                <a:cubicBezTo>
                  <a:pt x="28098" y="234791"/>
                  <a:pt x="26841" y="236048"/>
                  <a:pt x="25288" y="236048"/>
                </a:cubicBezTo>
                <a:lnTo>
                  <a:pt x="16859" y="236048"/>
                </a:lnTo>
                <a:cubicBezTo>
                  <a:pt x="7553" y="236048"/>
                  <a:pt x="0" y="243592"/>
                  <a:pt x="0" y="252907"/>
                </a:cubicBezTo>
                <a:cubicBezTo>
                  <a:pt x="0" y="262213"/>
                  <a:pt x="7553" y="269767"/>
                  <a:pt x="16859" y="269767"/>
                </a:cubicBezTo>
                <a:lnTo>
                  <a:pt x="252907" y="269767"/>
                </a:lnTo>
                <a:cubicBezTo>
                  <a:pt x="262213" y="269767"/>
                  <a:pt x="269767" y="262213"/>
                  <a:pt x="269767" y="252907"/>
                </a:cubicBezTo>
                <a:moveTo>
                  <a:pt x="157362" y="230428"/>
                </a:moveTo>
                <a:cubicBezTo>
                  <a:pt x="157362" y="233533"/>
                  <a:pt x="154847" y="236048"/>
                  <a:pt x="151742" y="236048"/>
                </a:cubicBezTo>
                <a:lnTo>
                  <a:pt x="118024" y="236048"/>
                </a:lnTo>
                <a:cubicBezTo>
                  <a:pt x="114919" y="236048"/>
                  <a:pt x="112404" y="233533"/>
                  <a:pt x="112404" y="230428"/>
                </a:cubicBezTo>
                <a:lnTo>
                  <a:pt x="112404" y="182651"/>
                </a:lnTo>
                <a:cubicBezTo>
                  <a:pt x="112404" y="179546"/>
                  <a:pt x="114919" y="177031"/>
                  <a:pt x="118024" y="177031"/>
                </a:cubicBezTo>
                <a:lnTo>
                  <a:pt x="151742" y="177031"/>
                </a:lnTo>
                <a:cubicBezTo>
                  <a:pt x="154847" y="177031"/>
                  <a:pt x="157362" y="179546"/>
                  <a:pt x="157362" y="182651"/>
                </a:cubicBezTo>
                <a:lnTo>
                  <a:pt x="157362" y="230428"/>
                </a:lnTo>
                <a:moveTo>
                  <a:pt x="50577" y="230428"/>
                </a:moveTo>
                <a:lnTo>
                  <a:pt x="50577" y="182651"/>
                </a:lnTo>
                <a:cubicBezTo>
                  <a:pt x="50577" y="179546"/>
                  <a:pt x="53101" y="177031"/>
                  <a:pt x="56197" y="177031"/>
                </a:cubicBezTo>
                <a:lnTo>
                  <a:pt x="89925" y="177031"/>
                </a:lnTo>
                <a:cubicBezTo>
                  <a:pt x="93030" y="177031"/>
                  <a:pt x="95545" y="179546"/>
                  <a:pt x="95545" y="182651"/>
                </a:cubicBezTo>
                <a:lnTo>
                  <a:pt x="95545" y="230428"/>
                </a:lnTo>
                <a:cubicBezTo>
                  <a:pt x="95545" y="233533"/>
                  <a:pt x="93030" y="236048"/>
                  <a:pt x="89925" y="236048"/>
                </a:cubicBezTo>
                <a:lnTo>
                  <a:pt x="56197" y="236048"/>
                </a:lnTo>
                <a:cubicBezTo>
                  <a:pt x="53101" y="236048"/>
                  <a:pt x="50577" y="233533"/>
                  <a:pt x="50577" y="230428"/>
                </a:cubicBezTo>
                <a:moveTo>
                  <a:pt x="179841" y="236048"/>
                </a:moveTo>
                <a:cubicBezTo>
                  <a:pt x="176736" y="236048"/>
                  <a:pt x="174221" y="233533"/>
                  <a:pt x="174221" y="230428"/>
                </a:cubicBezTo>
                <a:lnTo>
                  <a:pt x="174221" y="182651"/>
                </a:lnTo>
                <a:cubicBezTo>
                  <a:pt x="174221" y="179546"/>
                  <a:pt x="176736" y="177031"/>
                  <a:pt x="179841" y="177031"/>
                </a:cubicBezTo>
                <a:lnTo>
                  <a:pt x="213569" y="177031"/>
                </a:lnTo>
                <a:cubicBezTo>
                  <a:pt x="216665" y="177031"/>
                  <a:pt x="219189" y="179546"/>
                  <a:pt x="219189" y="182651"/>
                </a:cubicBezTo>
                <a:lnTo>
                  <a:pt x="219189" y="230428"/>
                </a:lnTo>
                <a:cubicBezTo>
                  <a:pt x="219189" y="233533"/>
                  <a:pt x="216665" y="236048"/>
                  <a:pt x="213569" y="236048"/>
                </a:cubicBezTo>
                <a:lnTo>
                  <a:pt x="179841" y="236048"/>
                </a:lnTo>
                <a:moveTo>
                  <a:pt x="16744" y="121729"/>
                </a:moveTo>
                <a:cubicBezTo>
                  <a:pt x="16811" y="122024"/>
                  <a:pt x="16811" y="122339"/>
                  <a:pt x="16744" y="122634"/>
                </a:cubicBezTo>
                <a:cubicBezTo>
                  <a:pt x="17678" y="131273"/>
                  <a:pt x="25022" y="137798"/>
                  <a:pt x="33718" y="137693"/>
                </a:cubicBezTo>
                <a:lnTo>
                  <a:pt x="236048" y="137693"/>
                </a:lnTo>
                <a:cubicBezTo>
                  <a:pt x="244659" y="137683"/>
                  <a:pt x="251879" y="131187"/>
                  <a:pt x="252793" y="122634"/>
                </a:cubicBezTo>
                <a:cubicBezTo>
                  <a:pt x="252726" y="122339"/>
                  <a:pt x="252726" y="122024"/>
                  <a:pt x="252793" y="121729"/>
                </a:cubicBezTo>
                <a:lnTo>
                  <a:pt x="262347" y="99926"/>
                </a:lnTo>
                <a:cubicBezTo>
                  <a:pt x="264652" y="95411"/>
                  <a:pt x="264442" y="90030"/>
                  <a:pt x="261813" y="85696"/>
                </a:cubicBezTo>
                <a:cubicBezTo>
                  <a:pt x="259175" y="81372"/>
                  <a:pt x="254488" y="78714"/>
                  <a:pt x="249421" y="78686"/>
                </a:cubicBezTo>
                <a:lnTo>
                  <a:pt x="195576" y="78686"/>
                </a:lnTo>
                <a:cubicBezTo>
                  <a:pt x="194643" y="78676"/>
                  <a:pt x="193767" y="78209"/>
                  <a:pt x="193224" y="77447"/>
                </a:cubicBezTo>
                <a:cubicBezTo>
                  <a:pt x="183146" y="61331"/>
                  <a:pt x="166887" y="50063"/>
                  <a:pt x="148256" y="46310"/>
                </a:cubicBezTo>
                <a:cubicBezTo>
                  <a:pt x="146932" y="46034"/>
                  <a:pt x="145980" y="44853"/>
                  <a:pt x="146008" y="43500"/>
                </a:cubicBezTo>
                <a:lnTo>
                  <a:pt x="146008" y="36528"/>
                </a:lnTo>
                <a:cubicBezTo>
                  <a:pt x="146008" y="35766"/>
                  <a:pt x="146323" y="35032"/>
                  <a:pt x="146875" y="34499"/>
                </a:cubicBezTo>
                <a:cubicBezTo>
                  <a:pt x="147427" y="33975"/>
                  <a:pt x="148170" y="33689"/>
                  <a:pt x="148932" y="33718"/>
                </a:cubicBezTo>
                <a:lnTo>
                  <a:pt x="174221" y="33718"/>
                </a:lnTo>
                <a:cubicBezTo>
                  <a:pt x="180432" y="33718"/>
                  <a:pt x="185461" y="28689"/>
                  <a:pt x="185461" y="22479"/>
                </a:cubicBezTo>
                <a:lnTo>
                  <a:pt x="185461" y="11239"/>
                </a:lnTo>
                <a:cubicBezTo>
                  <a:pt x="185461" y="5029"/>
                  <a:pt x="180432" y="0"/>
                  <a:pt x="174221" y="0"/>
                </a:cubicBezTo>
                <a:lnTo>
                  <a:pt x="134883" y="0"/>
                </a:lnTo>
                <a:cubicBezTo>
                  <a:pt x="128673" y="0"/>
                  <a:pt x="123644" y="5029"/>
                  <a:pt x="123644" y="11239"/>
                </a:cubicBezTo>
                <a:lnTo>
                  <a:pt x="123644" y="43500"/>
                </a:lnTo>
                <a:cubicBezTo>
                  <a:pt x="123672" y="44853"/>
                  <a:pt x="122720" y="46034"/>
                  <a:pt x="121396" y="46310"/>
                </a:cubicBezTo>
                <a:cubicBezTo>
                  <a:pt x="102746" y="50025"/>
                  <a:pt x="86477" y="61302"/>
                  <a:pt x="76438" y="77447"/>
                </a:cubicBezTo>
                <a:cubicBezTo>
                  <a:pt x="75914" y="78181"/>
                  <a:pt x="75085" y="78638"/>
                  <a:pt x="74190" y="78686"/>
                </a:cubicBezTo>
                <a:lnTo>
                  <a:pt x="20345" y="78686"/>
                </a:lnTo>
                <a:cubicBezTo>
                  <a:pt x="12211" y="78686"/>
                  <a:pt x="5619" y="85277"/>
                  <a:pt x="5619" y="93402"/>
                </a:cubicBezTo>
                <a:cubicBezTo>
                  <a:pt x="5619" y="95592"/>
                  <a:pt x="6124" y="97745"/>
                  <a:pt x="7077" y="99698"/>
                </a:cubicBezTo>
                <a:lnTo>
                  <a:pt x="16744" y="121729"/>
                </a:lnTo>
              </a:path>
            </a:pathLst>
          </a:custGeom>
          <a:solidFill>
            <a:srgbClr val="6DA19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6328637" y="2721575"/>
            <a:ext cx="263242" cy="269957"/>
          </a:xfrm>
          <a:custGeom>
            <a:avLst/>
            <a:gdLst/>
            <a:ahLst/>
            <a:cxnLst/>
            <a:rect l="0" t="0" r="0" b="0"/>
            <a:pathLst>
              <a:path w="263242" h="269957">
                <a:moveTo>
                  <a:pt x="262680" y="250431"/>
                </a:moveTo>
                <a:cubicBezTo>
                  <a:pt x="263242" y="249497"/>
                  <a:pt x="263242" y="248326"/>
                  <a:pt x="262680" y="247402"/>
                </a:cubicBezTo>
                <a:lnTo>
                  <a:pt x="252564" y="227838"/>
                </a:lnTo>
                <a:cubicBezTo>
                  <a:pt x="252460" y="227399"/>
                  <a:pt x="252460" y="226933"/>
                  <a:pt x="252564" y="226494"/>
                </a:cubicBezTo>
                <a:lnTo>
                  <a:pt x="252564" y="175907"/>
                </a:lnTo>
                <a:cubicBezTo>
                  <a:pt x="252564" y="158829"/>
                  <a:pt x="235591" y="143313"/>
                  <a:pt x="217046" y="127692"/>
                </a:cubicBezTo>
                <a:cubicBezTo>
                  <a:pt x="216408" y="127158"/>
                  <a:pt x="216036" y="126377"/>
                  <a:pt x="216036" y="125558"/>
                </a:cubicBezTo>
                <a:lnTo>
                  <a:pt x="216036" y="119710"/>
                </a:lnTo>
                <a:cubicBezTo>
                  <a:pt x="216036" y="115052"/>
                  <a:pt x="212255" y="111280"/>
                  <a:pt x="207606" y="111280"/>
                </a:cubicBezTo>
                <a:cubicBezTo>
                  <a:pt x="202949" y="111280"/>
                  <a:pt x="199167" y="115052"/>
                  <a:pt x="199167" y="119710"/>
                </a:cubicBezTo>
                <a:lnTo>
                  <a:pt x="199167" y="148142"/>
                </a:lnTo>
                <a:cubicBezTo>
                  <a:pt x="199196" y="148894"/>
                  <a:pt x="199472" y="149609"/>
                  <a:pt x="199958" y="150171"/>
                </a:cubicBezTo>
                <a:lnTo>
                  <a:pt x="227609" y="177822"/>
                </a:lnTo>
                <a:cubicBezTo>
                  <a:pt x="230895" y="181108"/>
                  <a:pt x="230895" y="186442"/>
                  <a:pt x="227609" y="189738"/>
                </a:cubicBezTo>
                <a:cubicBezTo>
                  <a:pt x="224323" y="193024"/>
                  <a:pt x="218989" y="193024"/>
                  <a:pt x="215693" y="189738"/>
                </a:cubicBezTo>
                <a:lnTo>
                  <a:pt x="192424" y="166354"/>
                </a:lnTo>
                <a:cubicBezTo>
                  <a:pt x="187652" y="163925"/>
                  <a:pt x="181898" y="164401"/>
                  <a:pt x="177593" y="167592"/>
                </a:cubicBezTo>
                <a:cubicBezTo>
                  <a:pt x="174326" y="169983"/>
                  <a:pt x="172278" y="173678"/>
                  <a:pt x="171973" y="177707"/>
                </a:cubicBezTo>
                <a:cubicBezTo>
                  <a:pt x="171611" y="181841"/>
                  <a:pt x="173040" y="185937"/>
                  <a:pt x="175907" y="188947"/>
                </a:cubicBezTo>
                <a:lnTo>
                  <a:pt x="206816" y="220418"/>
                </a:lnTo>
                <a:cubicBezTo>
                  <a:pt x="207302" y="220941"/>
                  <a:pt x="207578" y="221618"/>
                  <a:pt x="207606" y="222332"/>
                </a:cubicBezTo>
                <a:lnTo>
                  <a:pt x="207606" y="238067"/>
                </a:lnTo>
                <a:cubicBezTo>
                  <a:pt x="209092" y="247735"/>
                  <a:pt x="212693" y="256946"/>
                  <a:pt x="218170" y="265042"/>
                </a:cubicBezTo>
                <a:cubicBezTo>
                  <a:pt x="218551" y="265776"/>
                  <a:pt x="219265" y="266271"/>
                  <a:pt x="220075" y="266395"/>
                </a:cubicBezTo>
                <a:cubicBezTo>
                  <a:pt x="236105" y="269014"/>
                  <a:pt x="252317" y="262937"/>
                  <a:pt x="262680" y="250431"/>
                </a:cubicBezTo>
                <a:moveTo>
                  <a:pt x="447" y="24393"/>
                </a:moveTo>
                <a:lnTo>
                  <a:pt x="10563" y="43948"/>
                </a:lnTo>
                <a:cubicBezTo>
                  <a:pt x="10658" y="44396"/>
                  <a:pt x="10658" y="44853"/>
                  <a:pt x="10563" y="45300"/>
                </a:cubicBezTo>
                <a:lnTo>
                  <a:pt x="10563" y="95878"/>
                </a:lnTo>
                <a:cubicBezTo>
                  <a:pt x="10563" y="113861"/>
                  <a:pt x="29327" y="129597"/>
                  <a:pt x="48891" y="146570"/>
                </a:cubicBezTo>
                <a:cubicBezTo>
                  <a:pt x="49568" y="147065"/>
                  <a:pt x="49949" y="147875"/>
                  <a:pt x="49901" y="148704"/>
                </a:cubicBezTo>
                <a:lnTo>
                  <a:pt x="49901" y="253241"/>
                </a:lnTo>
                <a:cubicBezTo>
                  <a:pt x="50082" y="262556"/>
                  <a:pt x="57788" y="269957"/>
                  <a:pt x="67103" y="269767"/>
                </a:cubicBezTo>
                <a:lnTo>
                  <a:pt x="190738" y="269767"/>
                </a:lnTo>
                <a:cubicBezTo>
                  <a:pt x="196948" y="269767"/>
                  <a:pt x="201987" y="264737"/>
                  <a:pt x="201987" y="258527"/>
                </a:cubicBezTo>
                <a:cubicBezTo>
                  <a:pt x="201987" y="252317"/>
                  <a:pt x="196948" y="247288"/>
                  <a:pt x="190738" y="247288"/>
                </a:cubicBezTo>
                <a:lnTo>
                  <a:pt x="78343" y="247288"/>
                </a:lnTo>
                <a:cubicBezTo>
                  <a:pt x="75237" y="247288"/>
                  <a:pt x="72723" y="244773"/>
                  <a:pt x="72723" y="241668"/>
                </a:cubicBezTo>
                <a:lnTo>
                  <a:pt x="72723" y="129263"/>
                </a:lnTo>
                <a:cubicBezTo>
                  <a:pt x="71523" y="128844"/>
                  <a:pt x="70446" y="128158"/>
                  <a:pt x="69570" y="127244"/>
                </a:cubicBezTo>
                <a:lnTo>
                  <a:pt x="38661" y="96221"/>
                </a:lnTo>
                <a:cubicBezTo>
                  <a:pt x="35566" y="92897"/>
                  <a:pt x="35661" y="87715"/>
                  <a:pt x="38871" y="84505"/>
                </a:cubicBezTo>
                <a:cubicBezTo>
                  <a:pt x="42081" y="81295"/>
                  <a:pt x="47253" y="81210"/>
                  <a:pt x="50577" y="84305"/>
                </a:cubicBezTo>
                <a:lnTo>
                  <a:pt x="73056" y="106784"/>
                </a:lnTo>
                <a:cubicBezTo>
                  <a:pt x="77228" y="108156"/>
                  <a:pt x="81810" y="107499"/>
                  <a:pt x="85429" y="105013"/>
                </a:cubicBezTo>
                <a:cubicBezTo>
                  <a:pt x="89049" y="102517"/>
                  <a:pt x="91287" y="98469"/>
                  <a:pt x="91487" y="94078"/>
                </a:cubicBezTo>
                <a:cubicBezTo>
                  <a:pt x="91849" y="89944"/>
                  <a:pt x="90420" y="85848"/>
                  <a:pt x="87553" y="82838"/>
                </a:cubicBezTo>
                <a:lnTo>
                  <a:pt x="55854" y="50920"/>
                </a:lnTo>
                <a:lnTo>
                  <a:pt x="55854" y="33718"/>
                </a:lnTo>
                <a:cubicBezTo>
                  <a:pt x="54282" y="24183"/>
                  <a:pt x="50682" y="15097"/>
                  <a:pt x="45291" y="7077"/>
                </a:cubicBezTo>
                <a:cubicBezTo>
                  <a:pt x="44872" y="6381"/>
                  <a:pt x="44176" y="5895"/>
                  <a:pt x="43386" y="5734"/>
                </a:cubicBezTo>
                <a:cubicBezTo>
                  <a:pt x="27422" y="3086"/>
                  <a:pt x="11239" y="9010"/>
                  <a:pt x="781" y="21355"/>
                </a:cubicBezTo>
                <a:cubicBezTo>
                  <a:pt x="133" y="22231"/>
                  <a:pt x="0" y="23393"/>
                  <a:pt x="447" y="24393"/>
                </a:cubicBezTo>
                <a:moveTo>
                  <a:pt x="165449" y="157362"/>
                </a:moveTo>
                <a:cubicBezTo>
                  <a:pt x="165392" y="161991"/>
                  <a:pt x="161648" y="165734"/>
                  <a:pt x="157019" y="165792"/>
                </a:cubicBezTo>
                <a:lnTo>
                  <a:pt x="95202" y="165792"/>
                </a:lnTo>
                <a:cubicBezTo>
                  <a:pt x="90544" y="165792"/>
                  <a:pt x="86772" y="162020"/>
                  <a:pt x="86772" y="157362"/>
                </a:cubicBezTo>
                <a:cubicBezTo>
                  <a:pt x="86772" y="152704"/>
                  <a:pt x="90544" y="148932"/>
                  <a:pt x="95202" y="148932"/>
                </a:cubicBezTo>
                <a:lnTo>
                  <a:pt x="157019" y="148932"/>
                </a:lnTo>
                <a:cubicBezTo>
                  <a:pt x="161677" y="148932"/>
                  <a:pt x="165449" y="152704"/>
                  <a:pt x="165449" y="157362"/>
                </a:cubicBezTo>
                <a:moveTo>
                  <a:pt x="95202" y="194233"/>
                </a:moveTo>
                <a:lnTo>
                  <a:pt x="134540" y="194233"/>
                </a:lnTo>
                <a:cubicBezTo>
                  <a:pt x="139198" y="194233"/>
                  <a:pt x="142970" y="198005"/>
                  <a:pt x="142970" y="202663"/>
                </a:cubicBezTo>
                <a:cubicBezTo>
                  <a:pt x="142970" y="207321"/>
                  <a:pt x="139198" y="211093"/>
                  <a:pt x="134540" y="211093"/>
                </a:cubicBezTo>
                <a:lnTo>
                  <a:pt x="95202" y="211093"/>
                </a:lnTo>
                <a:cubicBezTo>
                  <a:pt x="90544" y="211093"/>
                  <a:pt x="86772" y="207321"/>
                  <a:pt x="86772" y="202663"/>
                </a:cubicBezTo>
                <a:cubicBezTo>
                  <a:pt x="86772" y="198005"/>
                  <a:pt x="90544" y="194233"/>
                  <a:pt x="95202" y="194233"/>
                </a:cubicBezTo>
                <a:moveTo>
                  <a:pt x="210416" y="56197"/>
                </a:moveTo>
                <a:cubicBezTo>
                  <a:pt x="210416" y="25165"/>
                  <a:pt x="185251" y="0"/>
                  <a:pt x="154209" y="0"/>
                </a:cubicBezTo>
                <a:cubicBezTo>
                  <a:pt x="123167" y="0"/>
                  <a:pt x="98012" y="25165"/>
                  <a:pt x="98012" y="56197"/>
                </a:cubicBezTo>
                <a:cubicBezTo>
                  <a:pt x="98012" y="87239"/>
                  <a:pt x="123167" y="112404"/>
                  <a:pt x="154209" y="112404"/>
                </a:cubicBezTo>
                <a:cubicBezTo>
                  <a:pt x="185251" y="112404"/>
                  <a:pt x="210416" y="87239"/>
                  <a:pt x="210416" y="56197"/>
                </a:cubicBezTo>
                <a:moveTo>
                  <a:pt x="186242" y="41814"/>
                </a:moveTo>
                <a:lnTo>
                  <a:pt x="159715" y="77219"/>
                </a:lnTo>
                <a:cubicBezTo>
                  <a:pt x="156829" y="81076"/>
                  <a:pt x="152285" y="83324"/>
                  <a:pt x="147466" y="83286"/>
                </a:cubicBezTo>
                <a:cubicBezTo>
                  <a:pt x="143255" y="83448"/>
                  <a:pt x="139169" y="81810"/>
                  <a:pt x="136226" y="78790"/>
                </a:cubicBezTo>
                <a:lnTo>
                  <a:pt x="122967" y="65084"/>
                </a:lnTo>
                <a:cubicBezTo>
                  <a:pt x="120710" y="62979"/>
                  <a:pt x="119776" y="59816"/>
                  <a:pt x="120538" y="56826"/>
                </a:cubicBezTo>
                <a:cubicBezTo>
                  <a:pt x="121300" y="53844"/>
                  <a:pt x="123634" y="51511"/>
                  <a:pt x="126625" y="50749"/>
                </a:cubicBezTo>
                <a:cubicBezTo>
                  <a:pt x="129606" y="49987"/>
                  <a:pt x="132778" y="50911"/>
                  <a:pt x="134873" y="53168"/>
                </a:cubicBezTo>
                <a:lnTo>
                  <a:pt x="144989" y="63284"/>
                </a:lnTo>
                <a:cubicBezTo>
                  <a:pt x="145580" y="63893"/>
                  <a:pt x="146399" y="64217"/>
                  <a:pt x="147246" y="64179"/>
                </a:cubicBezTo>
                <a:cubicBezTo>
                  <a:pt x="148047" y="64112"/>
                  <a:pt x="148780" y="63703"/>
                  <a:pt x="149266" y="63055"/>
                </a:cubicBezTo>
                <a:lnTo>
                  <a:pt x="172754" y="31699"/>
                </a:lnTo>
                <a:cubicBezTo>
                  <a:pt x="175555" y="27974"/>
                  <a:pt x="180832" y="27222"/>
                  <a:pt x="184556" y="30013"/>
                </a:cubicBezTo>
                <a:cubicBezTo>
                  <a:pt x="188280" y="32804"/>
                  <a:pt x="189042" y="38090"/>
                  <a:pt x="186242" y="41814"/>
                </a:cubicBezTo>
              </a:path>
            </a:pathLst>
          </a:custGeom>
          <a:solidFill>
            <a:srgbClr val="DB994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1307105" y="3213640"/>
            <a:ext cx="197967" cy="181689"/>
          </a:xfrm>
          <a:custGeom>
            <a:avLst/>
            <a:gdLst/>
            <a:ahLst/>
            <a:cxnLst/>
            <a:rect l="0" t="0" r="0" b="0"/>
            <a:pathLst>
              <a:path w="197967" h="181689">
                <a:moveTo>
                  <a:pt x="197967" y="165220"/>
                </a:moveTo>
                <a:cubicBezTo>
                  <a:pt x="197967" y="168325"/>
                  <a:pt x="195453" y="170840"/>
                  <a:pt x="192347" y="170840"/>
                </a:cubicBezTo>
                <a:lnTo>
                  <a:pt x="181108" y="170840"/>
                </a:lnTo>
                <a:cubicBezTo>
                  <a:pt x="178003" y="170840"/>
                  <a:pt x="175488" y="168325"/>
                  <a:pt x="175488" y="165220"/>
                </a:cubicBezTo>
                <a:lnTo>
                  <a:pt x="175488" y="31032"/>
                </a:lnTo>
                <a:lnTo>
                  <a:pt x="148437" y="41252"/>
                </a:lnTo>
                <a:cubicBezTo>
                  <a:pt x="145532" y="42357"/>
                  <a:pt x="142293" y="40890"/>
                  <a:pt x="141189" y="37985"/>
                </a:cubicBezTo>
                <a:lnTo>
                  <a:pt x="137217" y="27479"/>
                </a:lnTo>
                <a:cubicBezTo>
                  <a:pt x="136121" y="24574"/>
                  <a:pt x="137588" y="21326"/>
                  <a:pt x="140493" y="20231"/>
                </a:cubicBezTo>
                <a:lnTo>
                  <a:pt x="190357" y="1390"/>
                </a:lnTo>
                <a:cubicBezTo>
                  <a:pt x="194033" y="0"/>
                  <a:pt x="197967" y="2714"/>
                  <a:pt x="197967" y="6648"/>
                </a:cubicBezTo>
                <a:lnTo>
                  <a:pt x="197967" y="165220"/>
                </a:lnTo>
                <a:moveTo>
                  <a:pt x="89230" y="70951"/>
                </a:moveTo>
                <a:cubicBezTo>
                  <a:pt x="89230" y="56549"/>
                  <a:pt x="85763" y="44262"/>
                  <a:pt x="79943" y="35918"/>
                </a:cubicBezTo>
                <a:cubicBezTo>
                  <a:pt x="74399" y="27965"/>
                  <a:pt x="66570" y="23279"/>
                  <a:pt x="55854" y="23279"/>
                </a:cubicBezTo>
                <a:cubicBezTo>
                  <a:pt x="45138" y="23279"/>
                  <a:pt x="37309" y="27965"/>
                  <a:pt x="31756" y="35918"/>
                </a:cubicBezTo>
                <a:cubicBezTo>
                  <a:pt x="25936" y="44262"/>
                  <a:pt x="22479" y="56549"/>
                  <a:pt x="22479" y="70951"/>
                </a:cubicBezTo>
                <a:lnTo>
                  <a:pt x="22479" y="110823"/>
                </a:lnTo>
                <a:cubicBezTo>
                  <a:pt x="22479" y="125129"/>
                  <a:pt x="26079" y="137645"/>
                  <a:pt x="32042" y="146227"/>
                </a:cubicBezTo>
                <a:cubicBezTo>
                  <a:pt x="37785" y="154505"/>
                  <a:pt x="45681" y="159210"/>
                  <a:pt x="55854" y="159210"/>
                </a:cubicBezTo>
                <a:cubicBezTo>
                  <a:pt x="66027" y="159210"/>
                  <a:pt x="73914" y="154505"/>
                  <a:pt x="79667" y="146227"/>
                </a:cubicBezTo>
                <a:cubicBezTo>
                  <a:pt x="85629" y="137645"/>
                  <a:pt x="89230" y="125129"/>
                  <a:pt x="89230" y="110823"/>
                </a:cubicBezTo>
                <a:lnTo>
                  <a:pt x="89230" y="70951"/>
                </a:lnTo>
                <a:moveTo>
                  <a:pt x="111709" y="110823"/>
                </a:moveTo>
                <a:cubicBezTo>
                  <a:pt x="111709" y="128530"/>
                  <a:pt x="107318" y="145837"/>
                  <a:pt x="98126" y="159057"/>
                </a:cubicBezTo>
                <a:cubicBezTo>
                  <a:pt x="88734" y="172583"/>
                  <a:pt x="74314" y="181689"/>
                  <a:pt x="55854" y="181689"/>
                </a:cubicBezTo>
                <a:cubicBezTo>
                  <a:pt x="37395" y="181689"/>
                  <a:pt x="22974" y="172583"/>
                  <a:pt x="13573" y="159057"/>
                </a:cubicBezTo>
                <a:cubicBezTo>
                  <a:pt x="4391" y="145837"/>
                  <a:pt x="0" y="128530"/>
                  <a:pt x="0" y="110823"/>
                </a:cubicBezTo>
                <a:lnTo>
                  <a:pt x="0" y="70951"/>
                </a:lnTo>
                <a:cubicBezTo>
                  <a:pt x="0" y="53349"/>
                  <a:pt x="4171" y="36175"/>
                  <a:pt x="13325" y="23060"/>
                </a:cubicBezTo>
                <a:cubicBezTo>
                  <a:pt x="22745" y="9563"/>
                  <a:pt x="37223" y="800"/>
                  <a:pt x="55854" y="800"/>
                </a:cubicBezTo>
                <a:cubicBezTo>
                  <a:pt x="74485" y="800"/>
                  <a:pt x="88963" y="9563"/>
                  <a:pt x="98383" y="23060"/>
                </a:cubicBezTo>
                <a:cubicBezTo>
                  <a:pt x="107537" y="36175"/>
                  <a:pt x="111709" y="53349"/>
                  <a:pt x="111709" y="70951"/>
                </a:cubicBezTo>
                <a:lnTo>
                  <a:pt x="111709" y="110823"/>
                </a:lnTo>
              </a:path>
            </a:pathLst>
          </a:custGeom>
          <a:solidFill>
            <a:srgbClr val="58405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2566017" y="3214440"/>
            <a:ext cx="233067" cy="180889"/>
          </a:xfrm>
          <a:custGeom>
            <a:avLst/>
            <a:gdLst/>
            <a:ahLst/>
            <a:cxnLst/>
            <a:rect l="0" t="0" r="0" b="0"/>
            <a:pathLst>
              <a:path w="233067" h="180889">
                <a:moveTo>
                  <a:pt x="89230" y="70151"/>
                </a:moveTo>
                <a:cubicBezTo>
                  <a:pt x="89230" y="55749"/>
                  <a:pt x="85763" y="43462"/>
                  <a:pt x="79943" y="35118"/>
                </a:cubicBezTo>
                <a:cubicBezTo>
                  <a:pt x="74399" y="27165"/>
                  <a:pt x="66570" y="22479"/>
                  <a:pt x="55854" y="22479"/>
                </a:cubicBezTo>
                <a:cubicBezTo>
                  <a:pt x="45138" y="22479"/>
                  <a:pt x="37309" y="27165"/>
                  <a:pt x="31756" y="35118"/>
                </a:cubicBezTo>
                <a:cubicBezTo>
                  <a:pt x="25936" y="43462"/>
                  <a:pt x="22479" y="55749"/>
                  <a:pt x="22479" y="70151"/>
                </a:cubicBezTo>
                <a:lnTo>
                  <a:pt x="22479" y="110023"/>
                </a:lnTo>
                <a:cubicBezTo>
                  <a:pt x="22479" y="124329"/>
                  <a:pt x="26079" y="136845"/>
                  <a:pt x="32042" y="145427"/>
                </a:cubicBezTo>
                <a:cubicBezTo>
                  <a:pt x="37785" y="153704"/>
                  <a:pt x="45681" y="158410"/>
                  <a:pt x="55854" y="158410"/>
                </a:cubicBezTo>
                <a:cubicBezTo>
                  <a:pt x="66027" y="158410"/>
                  <a:pt x="73913" y="153704"/>
                  <a:pt x="79667" y="145427"/>
                </a:cubicBezTo>
                <a:cubicBezTo>
                  <a:pt x="85629" y="136845"/>
                  <a:pt x="89230" y="124329"/>
                  <a:pt x="89230" y="110023"/>
                </a:cubicBezTo>
                <a:lnTo>
                  <a:pt x="89230" y="70151"/>
                </a:lnTo>
                <a:moveTo>
                  <a:pt x="111709" y="110023"/>
                </a:moveTo>
                <a:cubicBezTo>
                  <a:pt x="111709" y="127730"/>
                  <a:pt x="107318" y="145037"/>
                  <a:pt x="98126" y="158257"/>
                </a:cubicBezTo>
                <a:cubicBezTo>
                  <a:pt x="88734" y="171783"/>
                  <a:pt x="74314" y="180889"/>
                  <a:pt x="55854" y="180889"/>
                </a:cubicBezTo>
                <a:cubicBezTo>
                  <a:pt x="37395" y="180889"/>
                  <a:pt x="22974" y="171783"/>
                  <a:pt x="13573" y="158257"/>
                </a:cubicBezTo>
                <a:cubicBezTo>
                  <a:pt x="4391" y="145037"/>
                  <a:pt x="0" y="127730"/>
                  <a:pt x="0" y="110023"/>
                </a:cubicBezTo>
                <a:lnTo>
                  <a:pt x="0" y="70151"/>
                </a:lnTo>
                <a:cubicBezTo>
                  <a:pt x="0" y="52549"/>
                  <a:pt x="4171" y="35375"/>
                  <a:pt x="13325" y="22259"/>
                </a:cubicBezTo>
                <a:cubicBezTo>
                  <a:pt x="22745" y="8763"/>
                  <a:pt x="37223" y="0"/>
                  <a:pt x="55854" y="0"/>
                </a:cubicBezTo>
                <a:cubicBezTo>
                  <a:pt x="74485" y="0"/>
                  <a:pt x="88963" y="8763"/>
                  <a:pt x="98383" y="22259"/>
                </a:cubicBezTo>
                <a:cubicBezTo>
                  <a:pt x="107537" y="35375"/>
                  <a:pt x="111709" y="52549"/>
                  <a:pt x="111709" y="70151"/>
                </a:cubicBezTo>
                <a:lnTo>
                  <a:pt x="111709" y="110023"/>
                </a:lnTo>
                <a:moveTo>
                  <a:pt x="176279" y="0"/>
                </a:moveTo>
                <a:cubicBezTo>
                  <a:pt x="200739" y="0"/>
                  <a:pt x="219122" y="12306"/>
                  <a:pt x="226209" y="31756"/>
                </a:cubicBezTo>
                <a:cubicBezTo>
                  <a:pt x="233067" y="50606"/>
                  <a:pt x="228323" y="73380"/>
                  <a:pt x="213255" y="93335"/>
                </a:cubicBezTo>
                <a:lnTo>
                  <a:pt x="160534" y="155800"/>
                </a:lnTo>
                <a:lnTo>
                  <a:pt x="224123" y="155800"/>
                </a:lnTo>
                <a:cubicBezTo>
                  <a:pt x="227228" y="155800"/>
                  <a:pt x="229743" y="158315"/>
                  <a:pt x="229743" y="161420"/>
                </a:cubicBezTo>
                <a:lnTo>
                  <a:pt x="229743" y="172659"/>
                </a:lnTo>
                <a:cubicBezTo>
                  <a:pt x="229743" y="175764"/>
                  <a:pt x="227228" y="178279"/>
                  <a:pt x="224123" y="178279"/>
                </a:cubicBezTo>
                <a:lnTo>
                  <a:pt x="136331" y="178279"/>
                </a:lnTo>
                <a:cubicBezTo>
                  <a:pt x="126768" y="178279"/>
                  <a:pt x="121567" y="167097"/>
                  <a:pt x="127739" y="159791"/>
                </a:cubicBezTo>
                <a:lnTo>
                  <a:pt x="195500" y="79524"/>
                </a:lnTo>
                <a:cubicBezTo>
                  <a:pt x="207035" y="64112"/>
                  <a:pt x="208683" y="49349"/>
                  <a:pt x="205082" y="39443"/>
                </a:cubicBezTo>
                <a:cubicBezTo>
                  <a:pt x="201672" y="30099"/>
                  <a:pt x="192662" y="22479"/>
                  <a:pt x="176279" y="22479"/>
                </a:cubicBezTo>
                <a:cubicBezTo>
                  <a:pt x="159810" y="22479"/>
                  <a:pt x="147399" y="32880"/>
                  <a:pt x="145132" y="49577"/>
                </a:cubicBezTo>
                <a:cubicBezTo>
                  <a:pt x="144722" y="52654"/>
                  <a:pt x="142255" y="55187"/>
                  <a:pt x="139150" y="55187"/>
                </a:cubicBezTo>
                <a:lnTo>
                  <a:pt x="127911" y="55187"/>
                </a:lnTo>
                <a:cubicBezTo>
                  <a:pt x="124806" y="55187"/>
                  <a:pt x="122262" y="52663"/>
                  <a:pt x="122529" y="49568"/>
                </a:cubicBezTo>
                <a:cubicBezTo>
                  <a:pt x="125053" y="20516"/>
                  <a:pt x="147104" y="0"/>
                  <a:pt x="176279" y="0"/>
                </a:cubicBezTo>
              </a:path>
            </a:pathLst>
          </a:custGeom>
          <a:solidFill>
            <a:srgbClr val="58405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3824929" y="3214440"/>
            <a:ext cx="236343" cy="180936"/>
          </a:xfrm>
          <a:custGeom>
            <a:avLst/>
            <a:gdLst/>
            <a:ahLst/>
            <a:cxnLst/>
            <a:rect l="0" t="0" r="0" b="0"/>
            <a:pathLst>
              <a:path w="236343" h="180936">
                <a:moveTo>
                  <a:pt x="89230" y="70151"/>
                </a:moveTo>
                <a:cubicBezTo>
                  <a:pt x="89230" y="55749"/>
                  <a:pt x="85763" y="43462"/>
                  <a:pt x="79943" y="35118"/>
                </a:cubicBezTo>
                <a:cubicBezTo>
                  <a:pt x="74399" y="27165"/>
                  <a:pt x="66570" y="22479"/>
                  <a:pt x="55854" y="22479"/>
                </a:cubicBezTo>
                <a:cubicBezTo>
                  <a:pt x="45138" y="22479"/>
                  <a:pt x="37309" y="27165"/>
                  <a:pt x="31756" y="35118"/>
                </a:cubicBezTo>
                <a:cubicBezTo>
                  <a:pt x="25936" y="43462"/>
                  <a:pt x="22479" y="55749"/>
                  <a:pt x="22479" y="70151"/>
                </a:cubicBezTo>
                <a:lnTo>
                  <a:pt x="22479" y="110023"/>
                </a:lnTo>
                <a:cubicBezTo>
                  <a:pt x="22479" y="124329"/>
                  <a:pt x="26079" y="136845"/>
                  <a:pt x="32042" y="145427"/>
                </a:cubicBezTo>
                <a:cubicBezTo>
                  <a:pt x="37785" y="153704"/>
                  <a:pt x="45681" y="158410"/>
                  <a:pt x="55854" y="158410"/>
                </a:cubicBezTo>
                <a:cubicBezTo>
                  <a:pt x="66027" y="158410"/>
                  <a:pt x="73913" y="153704"/>
                  <a:pt x="79667" y="145427"/>
                </a:cubicBezTo>
                <a:cubicBezTo>
                  <a:pt x="85629" y="136845"/>
                  <a:pt x="89230" y="124329"/>
                  <a:pt x="89230" y="110023"/>
                </a:cubicBezTo>
                <a:lnTo>
                  <a:pt x="89230" y="70151"/>
                </a:lnTo>
                <a:moveTo>
                  <a:pt x="111709" y="110023"/>
                </a:moveTo>
                <a:cubicBezTo>
                  <a:pt x="111709" y="127730"/>
                  <a:pt x="107318" y="145037"/>
                  <a:pt x="98126" y="158257"/>
                </a:cubicBezTo>
                <a:cubicBezTo>
                  <a:pt x="88734" y="171783"/>
                  <a:pt x="74314" y="180889"/>
                  <a:pt x="55854" y="180889"/>
                </a:cubicBezTo>
                <a:cubicBezTo>
                  <a:pt x="37395" y="180889"/>
                  <a:pt x="22974" y="171783"/>
                  <a:pt x="13573" y="158257"/>
                </a:cubicBezTo>
                <a:cubicBezTo>
                  <a:pt x="4391" y="145037"/>
                  <a:pt x="0" y="127730"/>
                  <a:pt x="0" y="110023"/>
                </a:cubicBezTo>
                <a:lnTo>
                  <a:pt x="0" y="70151"/>
                </a:lnTo>
                <a:cubicBezTo>
                  <a:pt x="0" y="52549"/>
                  <a:pt x="4171" y="35375"/>
                  <a:pt x="13325" y="22259"/>
                </a:cubicBezTo>
                <a:cubicBezTo>
                  <a:pt x="22745" y="8763"/>
                  <a:pt x="37223" y="0"/>
                  <a:pt x="55854" y="0"/>
                </a:cubicBezTo>
                <a:cubicBezTo>
                  <a:pt x="74485" y="0"/>
                  <a:pt x="88963" y="8763"/>
                  <a:pt x="98383" y="22259"/>
                </a:cubicBezTo>
                <a:cubicBezTo>
                  <a:pt x="107537" y="35375"/>
                  <a:pt x="111709" y="52549"/>
                  <a:pt x="111709" y="70151"/>
                </a:cubicBezTo>
                <a:lnTo>
                  <a:pt x="111709" y="110023"/>
                </a:lnTo>
                <a:moveTo>
                  <a:pt x="137960" y="126263"/>
                </a:moveTo>
                <a:cubicBezTo>
                  <a:pt x="141065" y="126263"/>
                  <a:pt x="143522" y="128797"/>
                  <a:pt x="143951" y="131864"/>
                </a:cubicBezTo>
                <a:cubicBezTo>
                  <a:pt x="145332" y="141579"/>
                  <a:pt x="150304" y="147542"/>
                  <a:pt x="156219" y="151485"/>
                </a:cubicBezTo>
                <a:cubicBezTo>
                  <a:pt x="163763" y="156514"/>
                  <a:pt x="173231" y="158391"/>
                  <a:pt x="179460" y="158448"/>
                </a:cubicBezTo>
                <a:cubicBezTo>
                  <a:pt x="188690" y="158438"/>
                  <a:pt x="197653" y="156067"/>
                  <a:pt x="203958" y="151628"/>
                </a:cubicBezTo>
                <a:cubicBezTo>
                  <a:pt x="209835" y="147485"/>
                  <a:pt x="213864" y="141322"/>
                  <a:pt x="213864" y="131673"/>
                </a:cubicBezTo>
                <a:cubicBezTo>
                  <a:pt x="213864" y="118567"/>
                  <a:pt x="210045" y="111975"/>
                  <a:pt x="203949" y="107861"/>
                </a:cubicBezTo>
                <a:cubicBezTo>
                  <a:pt x="197462" y="103489"/>
                  <a:pt x="186623" y="100669"/>
                  <a:pt x="169325" y="100183"/>
                </a:cubicBezTo>
                <a:cubicBezTo>
                  <a:pt x="166220" y="100088"/>
                  <a:pt x="163706" y="97583"/>
                  <a:pt x="163706" y="94488"/>
                </a:cubicBezTo>
                <a:lnTo>
                  <a:pt x="163706" y="81534"/>
                </a:lnTo>
                <a:cubicBezTo>
                  <a:pt x="163706" y="79371"/>
                  <a:pt x="165449" y="77600"/>
                  <a:pt x="167620" y="77571"/>
                </a:cubicBezTo>
                <a:cubicBezTo>
                  <a:pt x="186594" y="77095"/>
                  <a:pt x="196729" y="73161"/>
                  <a:pt x="202101" y="69056"/>
                </a:cubicBezTo>
                <a:cubicBezTo>
                  <a:pt x="207378" y="65027"/>
                  <a:pt x="209454" y="59778"/>
                  <a:pt x="209978" y="53368"/>
                </a:cubicBezTo>
                <a:lnTo>
                  <a:pt x="209978" y="50949"/>
                </a:lnTo>
                <a:cubicBezTo>
                  <a:pt x="210197" y="45158"/>
                  <a:pt x="208988" y="38452"/>
                  <a:pt x="205501" y="33232"/>
                </a:cubicBezTo>
                <a:cubicBezTo>
                  <a:pt x="202006" y="28003"/>
                  <a:pt x="195119" y="22555"/>
                  <a:pt x="179803" y="22555"/>
                </a:cubicBezTo>
                <a:cubicBezTo>
                  <a:pt x="164506" y="22555"/>
                  <a:pt x="156600" y="28117"/>
                  <a:pt x="152285" y="33756"/>
                </a:cubicBezTo>
                <a:cubicBezTo>
                  <a:pt x="149171" y="37823"/>
                  <a:pt x="147504" y="42491"/>
                  <a:pt x="146789" y="46520"/>
                </a:cubicBezTo>
                <a:cubicBezTo>
                  <a:pt x="146246" y="49577"/>
                  <a:pt x="143865" y="52244"/>
                  <a:pt x="140769" y="52397"/>
                </a:cubicBezTo>
                <a:lnTo>
                  <a:pt x="129540" y="52397"/>
                </a:lnTo>
                <a:cubicBezTo>
                  <a:pt x="126444" y="53101"/>
                  <a:pt x="123777" y="50711"/>
                  <a:pt x="124015" y="47615"/>
                </a:cubicBezTo>
                <a:cubicBezTo>
                  <a:pt x="124653" y="39290"/>
                  <a:pt x="127568" y="29041"/>
                  <a:pt x="134435" y="20078"/>
                </a:cubicBezTo>
                <a:cubicBezTo>
                  <a:pt x="143360" y="8429"/>
                  <a:pt x="158105" y="76"/>
                  <a:pt x="179803" y="76"/>
                </a:cubicBezTo>
                <a:cubicBezTo>
                  <a:pt x="201482" y="76"/>
                  <a:pt x="215931" y="8372"/>
                  <a:pt x="224199" y="20745"/>
                </a:cubicBezTo>
                <a:cubicBezTo>
                  <a:pt x="231486" y="31661"/>
                  <a:pt x="232981" y="44281"/>
                  <a:pt x="232505" y="53435"/>
                </a:cubicBezTo>
                <a:lnTo>
                  <a:pt x="232505" y="55216"/>
                </a:lnTo>
                <a:cubicBezTo>
                  <a:pt x="231505" y="65913"/>
                  <a:pt x="227514" y="77943"/>
                  <a:pt x="215741" y="86925"/>
                </a:cubicBezTo>
                <a:cubicBezTo>
                  <a:pt x="215312" y="87258"/>
                  <a:pt x="214855" y="87563"/>
                  <a:pt x="214407" y="87877"/>
                </a:cubicBezTo>
                <a:cubicBezTo>
                  <a:pt x="215122" y="88315"/>
                  <a:pt x="215836" y="88763"/>
                  <a:pt x="216522" y="89230"/>
                </a:cubicBezTo>
                <a:cubicBezTo>
                  <a:pt x="230571" y="98707"/>
                  <a:pt x="236343" y="113518"/>
                  <a:pt x="236343" y="131673"/>
                </a:cubicBezTo>
                <a:cubicBezTo>
                  <a:pt x="236343" y="149037"/>
                  <a:pt x="228419" y="161886"/>
                  <a:pt x="216903" y="170002"/>
                </a:cubicBezTo>
                <a:cubicBezTo>
                  <a:pt x="205835" y="177803"/>
                  <a:pt x="191966" y="180927"/>
                  <a:pt x="179393" y="180936"/>
                </a:cubicBezTo>
                <a:cubicBezTo>
                  <a:pt x="169840" y="180851"/>
                  <a:pt x="155800" y="178222"/>
                  <a:pt x="143751" y="170183"/>
                </a:cubicBezTo>
                <a:cubicBezTo>
                  <a:pt x="132254" y="162525"/>
                  <a:pt x="122929" y="150094"/>
                  <a:pt x="121338" y="131873"/>
                </a:cubicBezTo>
                <a:cubicBezTo>
                  <a:pt x="121062" y="128787"/>
                  <a:pt x="123615" y="126263"/>
                  <a:pt x="126720" y="126263"/>
                </a:cubicBezTo>
                <a:lnTo>
                  <a:pt x="137960" y="126263"/>
                </a:lnTo>
              </a:path>
            </a:pathLst>
          </a:custGeom>
          <a:solidFill>
            <a:srgbClr val="58405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5083841" y="3214440"/>
            <a:ext cx="237401" cy="180889"/>
          </a:xfrm>
          <a:custGeom>
            <a:avLst/>
            <a:gdLst/>
            <a:ahLst/>
            <a:cxnLst/>
            <a:rect l="0" t="0" r="0" b="0"/>
            <a:pathLst>
              <a:path w="237401" h="180889">
                <a:moveTo>
                  <a:pt x="89230" y="70151"/>
                </a:moveTo>
                <a:cubicBezTo>
                  <a:pt x="89230" y="55749"/>
                  <a:pt x="85763" y="43462"/>
                  <a:pt x="79943" y="35128"/>
                </a:cubicBezTo>
                <a:cubicBezTo>
                  <a:pt x="74399" y="27165"/>
                  <a:pt x="66570" y="22479"/>
                  <a:pt x="55854" y="22479"/>
                </a:cubicBezTo>
                <a:cubicBezTo>
                  <a:pt x="45138" y="22479"/>
                  <a:pt x="37309" y="27165"/>
                  <a:pt x="31756" y="35128"/>
                </a:cubicBezTo>
                <a:cubicBezTo>
                  <a:pt x="25936" y="43462"/>
                  <a:pt x="22479" y="55749"/>
                  <a:pt x="22479" y="70151"/>
                </a:cubicBezTo>
                <a:lnTo>
                  <a:pt x="22479" y="110023"/>
                </a:lnTo>
                <a:cubicBezTo>
                  <a:pt x="22479" y="124329"/>
                  <a:pt x="26079" y="136845"/>
                  <a:pt x="32042" y="145427"/>
                </a:cubicBezTo>
                <a:cubicBezTo>
                  <a:pt x="37785" y="153704"/>
                  <a:pt x="45681" y="158410"/>
                  <a:pt x="55854" y="158410"/>
                </a:cubicBezTo>
                <a:cubicBezTo>
                  <a:pt x="66027" y="158410"/>
                  <a:pt x="73913" y="153704"/>
                  <a:pt x="79667" y="145427"/>
                </a:cubicBezTo>
                <a:cubicBezTo>
                  <a:pt x="85629" y="136845"/>
                  <a:pt x="89230" y="124329"/>
                  <a:pt x="89230" y="110023"/>
                </a:cubicBezTo>
                <a:lnTo>
                  <a:pt x="89230" y="70151"/>
                </a:lnTo>
                <a:moveTo>
                  <a:pt x="111709" y="110023"/>
                </a:moveTo>
                <a:cubicBezTo>
                  <a:pt x="111709" y="127730"/>
                  <a:pt x="107318" y="145037"/>
                  <a:pt x="98126" y="158257"/>
                </a:cubicBezTo>
                <a:cubicBezTo>
                  <a:pt x="88734" y="171783"/>
                  <a:pt x="74314" y="180889"/>
                  <a:pt x="55854" y="180889"/>
                </a:cubicBezTo>
                <a:cubicBezTo>
                  <a:pt x="37395" y="180889"/>
                  <a:pt x="22974" y="171783"/>
                  <a:pt x="13573" y="158257"/>
                </a:cubicBezTo>
                <a:cubicBezTo>
                  <a:pt x="4391" y="145037"/>
                  <a:pt x="0" y="127730"/>
                  <a:pt x="0" y="110023"/>
                </a:cubicBezTo>
                <a:lnTo>
                  <a:pt x="0" y="70151"/>
                </a:lnTo>
                <a:cubicBezTo>
                  <a:pt x="0" y="52549"/>
                  <a:pt x="4171" y="35375"/>
                  <a:pt x="13325" y="22259"/>
                </a:cubicBezTo>
                <a:cubicBezTo>
                  <a:pt x="22745" y="8763"/>
                  <a:pt x="37223" y="0"/>
                  <a:pt x="55854" y="0"/>
                </a:cubicBezTo>
                <a:cubicBezTo>
                  <a:pt x="74485" y="0"/>
                  <a:pt x="88963" y="8763"/>
                  <a:pt x="98383" y="22259"/>
                </a:cubicBezTo>
                <a:cubicBezTo>
                  <a:pt x="107537" y="35375"/>
                  <a:pt x="111709" y="52549"/>
                  <a:pt x="111709" y="70151"/>
                </a:cubicBezTo>
                <a:lnTo>
                  <a:pt x="111709" y="110023"/>
                </a:lnTo>
                <a:moveTo>
                  <a:pt x="214293" y="9210"/>
                </a:moveTo>
                <a:cubicBezTo>
                  <a:pt x="216655" y="9934"/>
                  <a:pt x="218274" y="12115"/>
                  <a:pt x="218274" y="14582"/>
                </a:cubicBezTo>
                <a:lnTo>
                  <a:pt x="218274" y="112633"/>
                </a:lnTo>
                <a:lnTo>
                  <a:pt x="231781" y="112633"/>
                </a:lnTo>
                <a:cubicBezTo>
                  <a:pt x="234886" y="112633"/>
                  <a:pt x="237401" y="115157"/>
                  <a:pt x="237401" y="118252"/>
                </a:cubicBezTo>
                <a:lnTo>
                  <a:pt x="237401" y="129501"/>
                </a:lnTo>
                <a:cubicBezTo>
                  <a:pt x="237401" y="132597"/>
                  <a:pt x="234886" y="135121"/>
                  <a:pt x="231781" y="135121"/>
                </a:cubicBezTo>
                <a:lnTo>
                  <a:pt x="218274" y="135121"/>
                </a:lnTo>
                <a:lnTo>
                  <a:pt x="218274" y="164572"/>
                </a:lnTo>
                <a:cubicBezTo>
                  <a:pt x="218274" y="167678"/>
                  <a:pt x="215760" y="170192"/>
                  <a:pt x="212655" y="170192"/>
                </a:cubicBezTo>
                <a:lnTo>
                  <a:pt x="201415" y="170192"/>
                </a:lnTo>
                <a:cubicBezTo>
                  <a:pt x="198310" y="170192"/>
                  <a:pt x="195795" y="167678"/>
                  <a:pt x="195795" y="164572"/>
                </a:cubicBezTo>
                <a:lnTo>
                  <a:pt x="195795" y="135121"/>
                </a:lnTo>
                <a:lnTo>
                  <a:pt x="133892" y="135121"/>
                </a:lnTo>
                <a:cubicBezTo>
                  <a:pt x="131806" y="135121"/>
                  <a:pt x="129901" y="133969"/>
                  <a:pt x="128930" y="132140"/>
                </a:cubicBezTo>
                <a:lnTo>
                  <a:pt x="122777" y="120576"/>
                </a:lnTo>
                <a:cubicBezTo>
                  <a:pt x="121805" y="118738"/>
                  <a:pt x="121920" y="116519"/>
                  <a:pt x="123082" y="114795"/>
                </a:cubicBezTo>
                <a:lnTo>
                  <a:pt x="195386" y="7591"/>
                </a:lnTo>
                <a:cubicBezTo>
                  <a:pt x="196767" y="5543"/>
                  <a:pt x="199329" y="4638"/>
                  <a:pt x="201691" y="5353"/>
                </a:cubicBezTo>
                <a:lnTo>
                  <a:pt x="214293" y="9210"/>
                </a:lnTo>
                <a:moveTo>
                  <a:pt x="151657" y="112633"/>
                </a:moveTo>
                <a:lnTo>
                  <a:pt x="195795" y="112633"/>
                </a:lnTo>
                <a:lnTo>
                  <a:pt x="195795" y="47186"/>
                </a:lnTo>
                <a:lnTo>
                  <a:pt x="151657" y="112633"/>
                </a:lnTo>
              </a:path>
            </a:pathLst>
          </a:custGeom>
          <a:solidFill>
            <a:srgbClr val="58405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8" name="Group 87"/>
          <p:cNvGrpSpPr/>
          <p:nvPr/>
        </p:nvGrpSpPr>
        <p:grpSpPr>
          <a:xfrm>
            <a:off x="1103251" y="3530930"/>
            <a:ext cx="642937" cy="323668"/>
            <a:chOff x="1103251" y="3530930"/>
            <a:chExt cx="642937" cy="323668"/>
          </a:xfrm>
        </p:grpSpPr>
        <p:sp>
          <p:nvSpPr>
            <p:cNvPr id="86" name="TextBox 85"/>
            <p:cNvSpPr txBox="1"/>
            <p:nvPr/>
          </p:nvSpPr>
          <p:spPr>
            <a:xfrm>
              <a:off x="1055031" y="3530930"/>
              <a:ext cx="739377" cy="1618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584053"/>
                  </a:solidFill>
                  <a:latin typeface="Montserrat"/>
                </a:rPr>
                <a:t>Problem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1055031" y="3692759"/>
              <a:ext cx="739377" cy="1618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584053"/>
                  </a:solidFill>
                  <a:latin typeface="Montserrat"/>
                </a:rPr>
                <a:t>Posted</a:t>
              </a:r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2341560" y="3530930"/>
            <a:ext cx="684133" cy="323668"/>
            <a:chOff x="2341560" y="3530930"/>
            <a:chExt cx="684133" cy="323668"/>
          </a:xfrm>
        </p:grpSpPr>
        <p:sp>
          <p:nvSpPr>
            <p:cNvPr id="89" name="TextBox 88"/>
            <p:cNvSpPr txBox="1"/>
            <p:nvPr/>
          </p:nvSpPr>
          <p:spPr>
            <a:xfrm>
              <a:off x="2290251" y="3530930"/>
              <a:ext cx="786752" cy="1618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584053"/>
                  </a:solidFill>
                  <a:latin typeface="Montserrat"/>
                </a:rPr>
                <a:t>Startup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2290251" y="3692759"/>
              <a:ext cx="786752" cy="1618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584053"/>
                  </a:solidFill>
                  <a:latin typeface="Montserrat"/>
                </a:rPr>
                <a:t>Discovers</a:t>
              </a:r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3507070" y="3530978"/>
            <a:ext cx="870946" cy="485469"/>
            <a:chOff x="3507070" y="3530978"/>
            <a:chExt cx="870946" cy="485469"/>
          </a:xfrm>
        </p:grpSpPr>
        <p:sp>
          <p:nvSpPr>
            <p:cNvPr id="92" name="TextBox 91"/>
            <p:cNvSpPr txBox="1"/>
            <p:nvPr/>
          </p:nvSpPr>
          <p:spPr>
            <a:xfrm>
              <a:off x="3441750" y="3530978"/>
              <a:ext cx="1001587" cy="1617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584053"/>
                  </a:solidFill>
                  <a:latin typeface="Montserrat"/>
                </a:rPr>
                <a:t>Solo or</a:t>
              </a: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3441750" y="3692712"/>
              <a:ext cx="1001587" cy="1618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584053"/>
                  </a:solidFill>
                  <a:latin typeface="Montserrat"/>
                </a:rPr>
                <a:t>Consortium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3441750" y="3854542"/>
              <a:ext cx="1001587" cy="161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584053"/>
                  </a:solidFill>
                  <a:latin typeface="Montserrat"/>
                </a:rPr>
                <a:t>Bid</a:t>
              </a:r>
            </a:p>
          </p:txBody>
        </p:sp>
      </p:grpSp>
      <p:grpSp>
        <p:nvGrpSpPr>
          <p:cNvPr id="98" name="Group 97"/>
          <p:cNvGrpSpPr/>
          <p:nvPr/>
        </p:nvGrpSpPr>
        <p:grpSpPr>
          <a:xfrm>
            <a:off x="4695202" y="3530930"/>
            <a:ext cx="1012507" cy="323668"/>
            <a:chOff x="4695202" y="3530930"/>
            <a:chExt cx="1012507" cy="323668"/>
          </a:xfrm>
        </p:grpSpPr>
        <p:sp>
          <p:nvSpPr>
            <p:cNvPr id="96" name="TextBox 95"/>
            <p:cNvSpPr txBox="1"/>
            <p:nvPr/>
          </p:nvSpPr>
          <p:spPr>
            <a:xfrm>
              <a:off x="4619264" y="3530930"/>
              <a:ext cx="1164383" cy="1618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584053"/>
                  </a:solidFill>
                  <a:latin typeface="Montserrat"/>
                </a:rPr>
                <a:t>Sandbox Pilot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4619264" y="3692759"/>
              <a:ext cx="1164383" cy="1618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584053"/>
                  </a:solidFill>
                  <a:latin typeface="Montserrat"/>
                </a:rPr>
                <a:t>+ KPI</a:t>
              </a:r>
            </a:p>
          </p:txBody>
        </p:sp>
      </p:grpSp>
      <p:grpSp>
        <p:nvGrpSpPr>
          <p:cNvPr id="101" name="Group 100"/>
          <p:cNvGrpSpPr/>
          <p:nvPr/>
        </p:nvGrpSpPr>
        <p:grpSpPr>
          <a:xfrm>
            <a:off x="5938160" y="3530930"/>
            <a:ext cx="1044416" cy="323668"/>
            <a:chOff x="5938160" y="3530930"/>
            <a:chExt cx="1044416" cy="323668"/>
          </a:xfrm>
        </p:grpSpPr>
        <p:sp>
          <p:nvSpPr>
            <p:cNvPr id="99" name="TextBox 98"/>
            <p:cNvSpPr txBox="1"/>
            <p:nvPr/>
          </p:nvSpPr>
          <p:spPr>
            <a:xfrm>
              <a:off x="5859829" y="3530930"/>
              <a:ext cx="1201078" cy="1618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584053"/>
                  </a:solidFill>
                  <a:latin typeface="Montserrat"/>
                </a:rPr>
                <a:t>Auto Purchase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5859829" y="3692759"/>
              <a:ext cx="1201078" cy="1618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584053"/>
                  </a:solidFill>
                  <a:latin typeface="Montserrat"/>
                </a:rPr>
                <a:t>Order</a:t>
              </a:r>
            </a:p>
          </p:txBody>
        </p:sp>
      </p:grpSp>
      <p:sp>
        <p:nvSpPr>
          <p:cNvPr id="102" name="TextBox 101"/>
          <p:cNvSpPr txBox="1"/>
          <p:nvPr/>
        </p:nvSpPr>
        <p:spPr>
          <a:xfrm>
            <a:off x="7141952" y="3530873"/>
            <a:ext cx="1154656" cy="1618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00" b="1">
                <a:solidFill>
                  <a:srgbClr val="584053"/>
                </a:solidFill>
                <a:latin typeface="Montserrat"/>
              </a:rPr>
              <a:t>Scale Registry</a:t>
            </a:r>
          </a:p>
        </p:txBody>
      </p:sp>
      <p:grpSp>
        <p:nvGrpSpPr>
          <p:cNvPr id="106" name="Group 105"/>
          <p:cNvGrpSpPr/>
          <p:nvPr/>
        </p:nvGrpSpPr>
        <p:grpSpPr>
          <a:xfrm>
            <a:off x="7222370" y="3782661"/>
            <a:ext cx="993819" cy="364283"/>
            <a:chOff x="7222370" y="3782661"/>
            <a:chExt cx="993819" cy="364283"/>
          </a:xfrm>
        </p:grpSpPr>
        <p:sp>
          <p:nvSpPr>
            <p:cNvPr id="103" name="TextBox 102"/>
            <p:cNvSpPr txBox="1"/>
            <p:nvPr/>
          </p:nvSpPr>
          <p:spPr>
            <a:xfrm>
              <a:off x="7147834" y="3782661"/>
              <a:ext cx="1142891" cy="121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584053"/>
                  </a:solidFill>
                  <a:latin typeface="Montserrat"/>
                </a:rPr>
                <a:t>Scale Registry →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7147834" y="3904105"/>
              <a:ext cx="1142891" cy="121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584053"/>
                  </a:solidFill>
                  <a:latin typeface="Montserrat"/>
                </a:rPr>
                <a:t>other departments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7147834" y="4025549"/>
              <a:ext cx="1142891" cy="1213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584053"/>
                  </a:solidFill>
                  <a:latin typeface="Montserrat"/>
                </a:rPr>
                <a:t>adopt in 1 click</a:t>
              </a:r>
            </a:p>
          </p:txBody>
        </p:sp>
      </p:grpSp>
      <p:grpSp>
        <p:nvGrpSpPr>
          <p:cNvPr id="110" name="Group 109"/>
          <p:cNvGrpSpPr/>
          <p:nvPr/>
        </p:nvGrpSpPr>
        <p:grpSpPr>
          <a:xfrm>
            <a:off x="945136" y="3944570"/>
            <a:ext cx="959167" cy="364282"/>
            <a:chOff x="945136" y="3944570"/>
            <a:chExt cx="959167" cy="364282"/>
          </a:xfrm>
        </p:grpSpPr>
        <p:sp>
          <p:nvSpPr>
            <p:cNvPr id="107" name="TextBox 106"/>
            <p:cNvSpPr txBox="1"/>
            <p:nvPr/>
          </p:nvSpPr>
          <p:spPr>
            <a:xfrm>
              <a:off x="873199" y="3944570"/>
              <a:ext cx="1103042" cy="121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584053"/>
                  </a:solidFill>
                  <a:latin typeface="Montserrat"/>
                </a:rPr>
                <a:t>Govt posts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873199" y="4066013"/>
              <a:ext cx="1103042" cy="121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584053"/>
                  </a:solidFill>
                  <a:latin typeface="Montserrat"/>
                </a:rPr>
                <a:t>structured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873199" y="4187457"/>
              <a:ext cx="1103042" cy="1213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584053"/>
                  </a:solidFill>
                  <a:latin typeface="Montserrat"/>
                </a:rPr>
                <a:t>problem/challenge</a:t>
              </a:r>
            </a:p>
          </p:txBody>
        </p:sp>
      </p:grpSp>
      <p:grpSp>
        <p:nvGrpSpPr>
          <p:cNvPr id="114" name="Group 113"/>
          <p:cNvGrpSpPr/>
          <p:nvPr/>
        </p:nvGrpSpPr>
        <p:grpSpPr>
          <a:xfrm>
            <a:off x="2187017" y="3944570"/>
            <a:ext cx="993219" cy="364282"/>
            <a:chOff x="2187017" y="3944570"/>
            <a:chExt cx="993219" cy="364282"/>
          </a:xfrm>
        </p:grpSpPr>
        <p:sp>
          <p:nvSpPr>
            <p:cNvPr id="111" name="TextBox 110"/>
            <p:cNvSpPr txBox="1"/>
            <p:nvPr/>
          </p:nvSpPr>
          <p:spPr>
            <a:xfrm>
              <a:off x="2112526" y="3944570"/>
              <a:ext cx="1142201" cy="121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584053"/>
                  </a:solidFill>
                  <a:latin typeface="Montserrat"/>
                </a:rPr>
                <a:t>Startups discover it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2112526" y="4066013"/>
              <a:ext cx="1142201" cy="121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584053"/>
                  </a:solidFill>
                  <a:latin typeface="Montserrat"/>
                </a:rPr>
                <a:t>on searchable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2112526" y="4187457"/>
              <a:ext cx="1142201" cy="1213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584053"/>
                  </a:solidFill>
                  <a:latin typeface="Montserrat"/>
                </a:rPr>
                <a:t>dashboard</a:t>
              </a:r>
            </a:p>
          </p:txBody>
        </p:sp>
      </p:grpSp>
      <p:grpSp>
        <p:nvGrpSpPr>
          <p:cNvPr id="117" name="Group 116"/>
          <p:cNvGrpSpPr/>
          <p:nvPr/>
        </p:nvGrpSpPr>
        <p:grpSpPr>
          <a:xfrm>
            <a:off x="4723006" y="3944570"/>
            <a:ext cx="956910" cy="242838"/>
            <a:chOff x="4723006" y="3944570"/>
            <a:chExt cx="956910" cy="242838"/>
          </a:xfrm>
        </p:grpSpPr>
        <p:sp>
          <p:nvSpPr>
            <p:cNvPr id="115" name="TextBox 114"/>
            <p:cNvSpPr txBox="1"/>
            <p:nvPr/>
          </p:nvSpPr>
          <p:spPr>
            <a:xfrm>
              <a:off x="4651238" y="3944570"/>
              <a:ext cx="1100446" cy="121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584053"/>
                  </a:solidFill>
                  <a:latin typeface="Montserrat"/>
                </a:rPr>
                <a:t>Sandbox pilot trial</a:t>
              </a: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4651238" y="4066013"/>
              <a:ext cx="1100446" cy="1213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584053"/>
                  </a:solidFill>
                  <a:latin typeface="Montserrat"/>
                </a:rPr>
                <a:t>with KPI scorecard</a:t>
              </a:r>
            </a:p>
          </p:txBody>
        </p:sp>
      </p:grpSp>
      <p:grpSp>
        <p:nvGrpSpPr>
          <p:cNvPr id="122" name="Group 121"/>
          <p:cNvGrpSpPr/>
          <p:nvPr/>
        </p:nvGrpSpPr>
        <p:grpSpPr>
          <a:xfrm>
            <a:off x="5965839" y="3944570"/>
            <a:ext cx="989056" cy="485726"/>
            <a:chOff x="5965839" y="3944570"/>
            <a:chExt cx="989056" cy="485726"/>
          </a:xfrm>
        </p:grpSpPr>
        <p:sp>
          <p:nvSpPr>
            <p:cNvPr id="118" name="TextBox 117"/>
            <p:cNvSpPr txBox="1"/>
            <p:nvPr/>
          </p:nvSpPr>
          <p:spPr>
            <a:xfrm>
              <a:off x="5891660" y="3944570"/>
              <a:ext cx="1137414" cy="121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584053"/>
                  </a:solidFill>
                  <a:latin typeface="Montserrat"/>
                </a:rPr>
                <a:t>Score ≥ 80% → Auto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891660" y="4066013"/>
              <a:ext cx="1137414" cy="121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584053"/>
                  </a:solidFill>
                  <a:latin typeface="Montserrat"/>
                </a:rPr>
                <a:t>Purchase Order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5891660" y="4187457"/>
              <a:ext cx="1137414" cy="121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584053"/>
                  </a:solidFill>
                  <a:latin typeface="Montserrat"/>
                </a:rPr>
                <a:t>issued (GFR Rule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5891660" y="4308901"/>
              <a:ext cx="1137414" cy="1213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584053"/>
                  </a:solidFill>
                  <a:latin typeface="Montserrat"/>
                </a:rPr>
                <a:t>149)</a:t>
              </a:r>
            </a:p>
          </p:txBody>
        </p:sp>
      </p:grpSp>
      <p:grpSp>
        <p:nvGrpSpPr>
          <p:cNvPr id="127" name="Group 126"/>
          <p:cNvGrpSpPr/>
          <p:nvPr/>
        </p:nvGrpSpPr>
        <p:grpSpPr>
          <a:xfrm>
            <a:off x="3488144" y="4106477"/>
            <a:ext cx="908799" cy="485726"/>
            <a:chOff x="3488144" y="4106477"/>
            <a:chExt cx="908799" cy="485726"/>
          </a:xfrm>
        </p:grpSpPr>
        <p:sp>
          <p:nvSpPr>
            <p:cNvPr id="123" name="TextBox 122"/>
            <p:cNvSpPr txBox="1"/>
            <p:nvPr/>
          </p:nvSpPr>
          <p:spPr>
            <a:xfrm>
              <a:off x="3419985" y="4106477"/>
              <a:ext cx="1045118" cy="121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584053"/>
                  </a:solidFill>
                  <a:latin typeface="Montserrat"/>
                </a:rPr>
                <a:t>Solo bid OR team</a:t>
              </a: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3419985" y="4227920"/>
              <a:ext cx="1045118" cy="121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584053"/>
                  </a:solidFill>
                  <a:latin typeface="Montserrat"/>
                </a:rPr>
                <a:t>up with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3419985" y="4349364"/>
              <a:ext cx="1045118" cy="121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584053"/>
                  </a:solidFill>
                  <a:latin typeface="Montserrat"/>
                </a:rPr>
                <a:t>manufacturer via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3419985" y="4470808"/>
              <a:ext cx="1045118" cy="1213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584053"/>
                  </a:solidFill>
                  <a:latin typeface="Montserrat"/>
                </a:rPr>
                <a:t>Mutual NDA</a:t>
              </a:r>
            </a:p>
          </p:txBody>
        </p:sp>
      </p:grpSp>
      <p:sp>
        <p:nvSpPr>
          <p:cNvPr id="128" name="TextBox 127"/>
          <p:cNvSpPr txBox="1"/>
          <p:nvPr/>
        </p:nvSpPr>
        <p:spPr>
          <a:xfrm>
            <a:off x="2031957" y="371475"/>
            <a:ext cx="5080074" cy="3600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700" b="1">
                <a:solidFill>
                  <a:srgbClr val="584053"/>
                </a:solidFill>
                <a:latin typeface="Montserrat"/>
              </a:rPr>
              <a:t>Converge Core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22363" y="3282351"/>
            <a:ext cx="2478998" cy="1005381"/>
          </a:xfrm>
          <a:custGeom>
            <a:avLst/>
            <a:gdLst/>
            <a:ahLst/>
            <a:cxnLst/>
            <a:rect l="0" t="0" r="0" b="0"/>
            <a:pathLst>
              <a:path w="2478998" h="1005381">
                <a:moveTo>
                  <a:pt x="0" y="786774"/>
                </a:moveTo>
                <a:cubicBezTo>
                  <a:pt x="0" y="907507"/>
                  <a:pt x="97358" y="1005381"/>
                  <a:pt x="217456" y="1005381"/>
                </a:cubicBezTo>
                <a:lnTo>
                  <a:pt x="2261541" y="1005381"/>
                </a:lnTo>
                <a:cubicBezTo>
                  <a:pt x="2381640" y="1005381"/>
                  <a:pt x="2478998" y="907507"/>
                  <a:pt x="2478998" y="786774"/>
                </a:cubicBezTo>
                <a:moveTo>
                  <a:pt x="2478998" y="786768"/>
                </a:moveTo>
                <a:lnTo>
                  <a:pt x="2478998" y="393384"/>
                </a:lnTo>
                <a:lnTo>
                  <a:pt x="2478998" y="0"/>
                </a:lnTo>
                <a:moveTo>
                  <a:pt x="0" y="0"/>
                </a:moveTo>
                <a:lnTo>
                  <a:pt x="0" y="393384"/>
                </a:lnTo>
                <a:lnTo>
                  <a:pt x="0" y="786768"/>
                </a:lnTo>
              </a:path>
            </a:pathLst>
          </a:custGeom>
          <a:noFill/>
          <a:ln w="34432">
            <a:solidFill>
              <a:srgbClr val="584053">
                <a:alpha val="90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1361" y="1587833"/>
            <a:ext cx="2478998" cy="1005375"/>
          </a:xfrm>
          <a:custGeom>
            <a:avLst/>
            <a:gdLst/>
            <a:ahLst/>
            <a:cxnLst/>
            <a:rect l="0" t="0" r="0" b="0"/>
            <a:pathLst>
              <a:path w="2478998" h="1005375">
                <a:moveTo>
                  <a:pt x="2478998" y="218606"/>
                </a:moveTo>
                <a:cubicBezTo>
                  <a:pt x="2478998" y="97873"/>
                  <a:pt x="2381640" y="0"/>
                  <a:pt x="2261541" y="0"/>
                </a:cubicBezTo>
                <a:lnTo>
                  <a:pt x="217456" y="0"/>
                </a:lnTo>
                <a:cubicBezTo>
                  <a:pt x="97358" y="0"/>
                  <a:pt x="0" y="97873"/>
                  <a:pt x="0" y="218606"/>
                </a:cubicBezTo>
                <a:moveTo>
                  <a:pt x="2478998" y="1005375"/>
                </a:moveTo>
                <a:lnTo>
                  <a:pt x="2478998" y="611992"/>
                </a:lnTo>
                <a:lnTo>
                  <a:pt x="2478998" y="218608"/>
                </a:lnTo>
                <a:moveTo>
                  <a:pt x="0" y="218608"/>
                </a:moveTo>
                <a:lnTo>
                  <a:pt x="0" y="611992"/>
                </a:lnTo>
                <a:lnTo>
                  <a:pt x="0" y="1005375"/>
                </a:lnTo>
              </a:path>
            </a:pathLst>
          </a:custGeom>
          <a:noFill/>
          <a:ln w="34432">
            <a:solidFill>
              <a:srgbClr val="584053">
                <a:alpha val="90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880359" y="2842404"/>
            <a:ext cx="2829042" cy="1238745"/>
          </a:xfrm>
          <a:custGeom>
            <a:avLst/>
            <a:gdLst/>
            <a:ahLst/>
            <a:cxnLst/>
            <a:rect l="0" t="0" r="0" b="0"/>
            <a:pathLst>
              <a:path w="2829042" h="1238745">
                <a:moveTo>
                  <a:pt x="0" y="1020139"/>
                </a:moveTo>
                <a:cubicBezTo>
                  <a:pt x="0" y="1140871"/>
                  <a:pt x="97358" y="1238745"/>
                  <a:pt x="217456" y="1238745"/>
                </a:cubicBezTo>
                <a:lnTo>
                  <a:pt x="2261541" y="1238745"/>
                </a:lnTo>
                <a:cubicBezTo>
                  <a:pt x="2381640" y="1238745"/>
                  <a:pt x="2478998" y="1140871"/>
                  <a:pt x="2478998" y="1020139"/>
                </a:cubicBezTo>
                <a:moveTo>
                  <a:pt x="2478998" y="1020131"/>
                </a:moveTo>
                <a:lnTo>
                  <a:pt x="2478998" y="730039"/>
                </a:lnTo>
                <a:lnTo>
                  <a:pt x="2478998" y="439947"/>
                </a:lnTo>
                <a:moveTo>
                  <a:pt x="0" y="439947"/>
                </a:moveTo>
                <a:lnTo>
                  <a:pt x="0" y="730039"/>
                </a:lnTo>
                <a:lnTo>
                  <a:pt x="0" y="1020131"/>
                </a:lnTo>
                <a:moveTo>
                  <a:pt x="2829042" y="94566"/>
                </a:moveTo>
                <a:lnTo>
                  <a:pt x="2696454" y="94566"/>
                </a:lnTo>
                <a:cubicBezTo>
                  <a:pt x="2576356" y="94566"/>
                  <a:pt x="2478998" y="192440"/>
                  <a:pt x="2478998" y="313173"/>
                </a:cubicBezTo>
                <a:lnTo>
                  <a:pt x="2478998" y="439410"/>
                </a:lnTo>
                <a:moveTo>
                  <a:pt x="2734489" y="189093"/>
                </a:moveTo>
                <a:lnTo>
                  <a:pt x="2829041" y="94551"/>
                </a:lnTo>
                <a:lnTo>
                  <a:pt x="2734489" y="0"/>
                </a:lnTo>
              </a:path>
            </a:pathLst>
          </a:custGeom>
          <a:noFill/>
          <a:ln w="34432">
            <a:solidFill>
              <a:srgbClr val="584053">
                <a:alpha val="90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296555" y="2026659"/>
            <a:ext cx="688609" cy="359673"/>
          </a:xfrm>
          <a:custGeom>
            <a:avLst/>
            <a:gdLst/>
            <a:ahLst/>
            <a:cxnLst/>
            <a:rect l="0" t="0" r="0" b="0"/>
            <a:pathLst>
              <a:path w="688609" h="359673">
                <a:moveTo>
                  <a:pt x="28689" y="302866"/>
                </a:moveTo>
                <a:lnTo>
                  <a:pt x="76609" y="302866"/>
                </a:lnTo>
                <a:cubicBezTo>
                  <a:pt x="101612" y="302256"/>
                  <a:pt x="122843" y="284368"/>
                  <a:pt x="127682" y="259822"/>
                </a:cubicBezTo>
                <a:cubicBezTo>
                  <a:pt x="128120" y="255631"/>
                  <a:pt x="128120" y="251402"/>
                  <a:pt x="127682" y="247202"/>
                </a:cubicBezTo>
                <a:lnTo>
                  <a:pt x="127682" y="238305"/>
                </a:lnTo>
                <a:cubicBezTo>
                  <a:pt x="127682" y="234343"/>
                  <a:pt x="130892" y="231133"/>
                  <a:pt x="134854" y="231133"/>
                </a:cubicBezTo>
                <a:lnTo>
                  <a:pt x="172154" y="231133"/>
                </a:lnTo>
                <a:cubicBezTo>
                  <a:pt x="176241" y="231105"/>
                  <a:pt x="180127" y="232895"/>
                  <a:pt x="182765" y="236010"/>
                </a:cubicBezTo>
                <a:lnTo>
                  <a:pt x="285769" y="350777"/>
                </a:lnTo>
                <a:cubicBezTo>
                  <a:pt x="290569" y="356415"/>
                  <a:pt x="297599" y="359673"/>
                  <a:pt x="305000" y="359673"/>
                </a:cubicBezTo>
                <a:cubicBezTo>
                  <a:pt x="318782" y="359673"/>
                  <a:pt x="329955" y="348500"/>
                  <a:pt x="329955" y="334708"/>
                </a:cubicBezTo>
                <a:cubicBezTo>
                  <a:pt x="329955" y="326678"/>
                  <a:pt x="329955" y="323240"/>
                  <a:pt x="327955" y="320363"/>
                </a:cubicBezTo>
                <a:lnTo>
                  <a:pt x="305571" y="297989"/>
                </a:lnTo>
                <a:cubicBezTo>
                  <a:pt x="300027" y="292436"/>
                  <a:pt x="300027" y="283444"/>
                  <a:pt x="305571" y="277901"/>
                </a:cubicBezTo>
                <a:cubicBezTo>
                  <a:pt x="311115" y="272357"/>
                  <a:pt x="320106" y="272357"/>
                  <a:pt x="325659" y="277901"/>
                </a:cubicBezTo>
                <a:lnTo>
                  <a:pt x="352339" y="304295"/>
                </a:lnTo>
                <a:cubicBezTo>
                  <a:pt x="361407" y="309457"/>
                  <a:pt x="372341" y="310143"/>
                  <a:pt x="381990" y="306162"/>
                </a:cubicBezTo>
                <a:cubicBezTo>
                  <a:pt x="391629" y="302180"/>
                  <a:pt x="398897" y="293979"/>
                  <a:pt x="401688" y="283930"/>
                </a:cubicBezTo>
                <a:cubicBezTo>
                  <a:pt x="402421" y="281397"/>
                  <a:pt x="401764" y="278672"/>
                  <a:pt x="399964" y="276758"/>
                </a:cubicBezTo>
                <a:lnTo>
                  <a:pt x="362959" y="241173"/>
                </a:lnTo>
                <a:cubicBezTo>
                  <a:pt x="357406" y="235629"/>
                  <a:pt x="357406" y="226637"/>
                  <a:pt x="362959" y="221094"/>
                </a:cubicBezTo>
                <a:cubicBezTo>
                  <a:pt x="368503" y="215541"/>
                  <a:pt x="377494" y="215541"/>
                  <a:pt x="383038" y="221094"/>
                </a:cubicBezTo>
                <a:lnTo>
                  <a:pt x="419766" y="257813"/>
                </a:lnTo>
                <a:cubicBezTo>
                  <a:pt x="422633" y="260403"/>
                  <a:pt x="425786" y="259822"/>
                  <a:pt x="430377" y="259822"/>
                </a:cubicBezTo>
                <a:cubicBezTo>
                  <a:pt x="441245" y="259822"/>
                  <a:pt x="451180" y="253688"/>
                  <a:pt x="456047" y="243963"/>
                </a:cubicBezTo>
                <a:cubicBezTo>
                  <a:pt x="460905" y="234248"/>
                  <a:pt x="459857" y="222608"/>
                  <a:pt x="453332" y="213921"/>
                </a:cubicBezTo>
                <a:lnTo>
                  <a:pt x="370989" y="108327"/>
                </a:lnTo>
                <a:cubicBezTo>
                  <a:pt x="369103" y="105889"/>
                  <a:pt x="365912" y="104870"/>
                  <a:pt x="362959" y="105746"/>
                </a:cubicBezTo>
                <a:lnTo>
                  <a:pt x="318192" y="120672"/>
                </a:lnTo>
                <a:cubicBezTo>
                  <a:pt x="294541" y="128825"/>
                  <a:pt x="268557" y="117633"/>
                  <a:pt x="258232" y="94849"/>
                </a:cubicBezTo>
                <a:cubicBezTo>
                  <a:pt x="249840" y="77495"/>
                  <a:pt x="252669" y="56807"/>
                  <a:pt x="265404" y="42338"/>
                </a:cubicBezTo>
                <a:cubicBezTo>
                  <a:pt x="267157" y="40395"/>
                  <a:pt x="267709" y="37642"/>
                  <a:pt x="266833" y="35166"/>
                </a:cubicBezTo>
                <a:cubicBezTo>
                  <a:pt x="265966" y="32661"/>
                  <a:pt x="263737" y="30870"/>
                  <a:pt x="261099" y="30575"/>
                </a:cubicBezTo>
                <a:cubicBezTo>
                  <a:pt x="252955" y="29384"/>
                  <a:pt x="244630" y="30375"/>
                  <a:pt x="237001" y="33442"/>
                </a:cubicBezTo>
                <a:lnTo>
                  <a:pt x="138874" y="73323"/>
                </a:lnTo>
                <a:cubicBezTo>
                  <a:pt x="136779" y="74314"/>
                  <a:pt x="134359" y="74314"/>
                  <a:pt x="132273" y="73323"/>
                </a:cubicBezTo>
                <a:cubicBezTo>
                  <a:pt x="129949" y="71723"/>
                  <a:pt x="128720" y="68951"/>
                  <a:pt x="129111" y="66151"/>
                </a:cubicBezTo>
                <a:lnTo>
                  <a:pt x="129111" y="57264"/>
                </a:lnTo>
                <a:cubicBezTo>
                  <a:pt x="129406" y="53825"/>
                  <a:pt x="129406" y="50368"/>
                  <a:pt x="129111" y="46929"/>
                </a:cubicBezTo>
                <a:cubicBezTo>
                  <a:pt x="124996" y="21393"/>
                  <a:pt x="103327" y="2371"/>
                  <a:pt x="77466" y="1600"/>
                </a:cubicBezTo>
                <a:lnTo>
                  <a:pt x="28689" y="1600"/>
                </a:lnTo>
                <a:cubicBezTo>
                  <a:pt x="12849" y="1600"/>
                  <a:pt x="0" y="14439"/>
                  <a:pt x="0" y="30289"/>
                </a:cubicBezTo>
                <a:lnTo>
                  <a:pt x="0" y="274177"/>
                </a:lnTo>
                <a:cubicBezTo>
                  <a:pt x="0" y="290017"/>
                  <a:pt x="12849" y="302866"/>
                  <a:pt x="28689" y="302866"/>
                </a:cubicBezTo>
                <a:moveTo>
                  <a:pt x="420623" y="87096"/>
                </a:moveTo>
                <a:lnTo>
                  <a:pt x="406565" y="91687"/>
                </a:lnTo>
                <a:cubicBezTo>
                  <a:pt x="404279" y="92325"/>
                  <a:pt x="402459" y="94040"/>
                  <a:pt x="401688" y="96278"/>
                </a:cubicBezTo>
                <a:cubicBezTo>
                  <a:pt x="401173" y="98583"/>
                  <a:pt x="401697" y="100993"/>
                  <a:pt x="403126" y="102879"/>
                </a:cubicBezTo>
                <a:lnTo>
                  <a:pt x="476002" y="196415"/>
                </a:lnTo>
                <a:cubicBezTo>
                  <a:pt x="483612" y="206387"/>
                  <a:pt x="487746" y="218589"/>
                  <a:pt x="487765" y="231133"/>
                </a:cubicBezTo>
                <a:cubicBezTo>
                  <a:pt x="488061" y="234191"/>
                  <a:pt x="488061" y="237258"/>
                  <a:pt x="487765" y="240315"/>
                </a:cubicBezTo>
                <a:cubicBezTo>
                  <a:pt x="487527" y="242658"/>
                  <a:pt x="488375" y="244983"/>
                  <a:pt x="490061" y="246630"/>
                </a:cubicBezTo>
                <a:cubicBezTo>
                  <a:pt x="491737" y="248250"/>
                  <a:pt x="494071" y="248993"/>
                  <a:pt x="496376" y="248640"/>
                </a:cubicBezTo>
                <a:lnTo>
                  <a:pt x="550887" y="238305"/>
                </a:lnTo>
                <a:cubicBezTo>
                  <a:pt x="552783" y="237334"/>
                  <a:pt x="555021" y="237334"/>
                  <a:pt x="556917" y="238305"/>
                </a:cubicBezTo>
                <a:cubicBezTo>
                  <a:pt x="558536" y="239658"/>
                  <a:pt x="559479" y="241649"/>
                  <a:pt x="559498" y="243754"/>
                </a:cubicBezTo>
                <a:cubicBezTo>
                  <a:pt x="559250" y="250574"/>
                  <a:pt x="560222" y="257375"/>
                  <a:pt x="562365" y="263842"/>
                </a:cubicBezTo>
                <a:cubicBezTo>
                  <a:pt x="568871" y="285950"/>
                  <a:pt x="588968" y="301275"/>
                  <a:pt x="612000" y="301713"/>
                </a:cubicBezTo>
                <a:lnTo>
                  <a:pt x="659920" y="301713"/>
                </a:lnTo>
                <a:cubicBezTo>
                  <a:pt x="675760" y="301713"/>
                  <a:pt x="688609" y="288874"/>
                  <a:pt x="688609" y="273024"/>
                </a:cubicBezTo>
                <a:lnTo>
                  <a:pt x="688609" y="30289"/>
                </a:lnTo>
                <a:cubicBezTo>
                  <a:pt x="688609" y="14439"/>
                  <a:pt x="675760" y="1600"/>
                  <a:pt x="659920" y="1600"/>
                </a:cubicBezTo>
                <a:lnTo>
                  <a:pt x="612000" y="1600"/>
                </a:lnTo>
                <a:cubicBezTo>
                  <a:pt x="595579" y="1752"/>
                  <a:pt x="580224" y="9753"/>
                  <a:pt x="570690" y="23117"/>
                </a:cubicBezTo>
                <a:cubicBezTo>
                  <a:pt x="566480" y="28813"/>
                  <a:pt x="563375" y="35232"/>
                  <a:pt x="561508" y="42052"/>
                </a:cubicBezTo>
                <a:cubicBezTo>
                  <a:pt x="560946" y="43872"/>
                  <a:pt x="559717" y="45415"/>
                  <a:pt x="558060" y="46358"/>
                </a:cubicBezTo>
                <a:cubicBezTo>
                  <a:pt x="556117" y="47053"/>
                  <a:pt x="553983" y="47053"/>
                  <a:pt x="552040" y="46358"/>
                </a:cubicBezTo>
                <a:lnTo>
                  <a:pt x="437264" y="4467"/>
                </a:lnTo>
                <a:cubicBezTo>
                  <a:pt x="422643" y="0"/>
                  <a:pt x="406841" y="1543"/>
                  <a:pt x="393372" y="8772"/>
                </a:cubicBezTo>
                <a:lnTo>
                  <a:pt x="294379" y="56969"/>
                </a:lnTo>
                <a:cubicBezTo>
                  <a:pt x="284768" y="61617"/>
                  <a:pt x="280682" y="73123"/>
                  <a:pt x="285197" y="82791"/>
                </a:cubicBezTo>
                <a:cubicBezTo>
                  <a:pt x="289369" y="91935"/>
                  <a:pt x="299732" y="96507"/>
                  <a:pt x="309305" y="93411"/>
                </a:cubicBezTo>
                <a:lnTo>
                  <a:pt x="411441" y="59845"/>
                </a:lnTo>
                <a:cubicBezTo>
                  <a:pt x="415023" y="58569"/>
                  <a:pt x="418957" y="58797"/>
                  <a:pt x="422357" y="60474"/>
                </a:cubicBezTo>
                <a:cubicBezTo>
                  <a:pt x="425767" y="62150"/>
                  <a:pt x="428348" y="65131"/>
                  <a:pt x="429520" y="68732"/>
                </a:cubicBezTo>
                <a:cubicBezTo>
                  <a:pt x="430796" y="72351"/>
                  <a:pt x="430577" y="76323"/>
                  <a:pt x="428910" y="79771"/>
                </a:cubicBezTo>
                <a:cubicBezTo>
                  <a:pt x="427234" y="83229"/>
                  <a:pt x="424253" y="85858"/>
                  <a:pt x="420623" y="87096"/>
                </a:cubicBezTo>
              </a:path>
            </a:pathLst>
          </a:custGeom>
          <a:solidFill>
            <a:srgbClr val="58405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817481" y="2179647"/>
            <a:ext cx="691743" cy="688305"/>
          </a:xfrm>
          <a:custGeom>
            <a:avLst/>
            <a:gdLst/>
            <a:ahLst/>
            <a:cxnLst/>
            <a:rect l="0" t="0" r="0" b="0"/>
            <a:pathLst>
              <a:path w="691743" h="688305">
                <a:moveTo>
                  <a:pt x="149275" y="362483"/>
                </a:moveTo>
                <a:lnTo>
                  <a:pt x="34509" y="362483"/>
                </a:lnTo>
                <a:cubicBezTo>
                  <a:pt x="30546" y="362483"/>
                  <a:pt x="27336" y="365693"/>
                  <a:pt x="27336" y="369655"/>
                </a:cubicBezTo>
                <a:lnTo>
                  <a:pt x="27336" y="383714"/>
                </a:lnTo>
                <a:cubicBezTo>
                  <a:pt x="27251" y="393382"/>
                  <a:pt x="31127" y="402659"/>
                  <a:pt x="38071" y="409384"/>
                </a:cubicBezTo>
                <a:cubicBezTo>
                  <a:pt x="45005" y="416109"/>
                  <a:pt x="54406" y="419690"/>
                  <a:pt x="64055" y="419300"/>
                </a:cubicBezTo>
                <a:lnTo>
                  <a:pt x="121443" y="419300"/>
                </a:lnTo>
                <a:cubicBezTo>
                  <a:pt x="130854" y="419300"/>
                  <a:pt x="139874" y="415537"/>
                  <a:pt x="146504" y="408860"/>
                </a:cubicBezTo>
                <a:cubicBezTo>
                  <a:pt x="153123" y="402174"/>
                  <a:pt x="156810" y="393125"/>
                  <a:pt x="156733" y="383714"/>
                </a:cubicBezTo>
                <a:lnTo>
                  <a:pt x="156733" y="369655"/>
                </a:lnTo>
                <a:cubicBezTo>
                  <a:pt x="156733" y="367703"/>
                  <a:pt x="155943" y="365836"/>
                  <a:pt x="154533" y="364483"/>
                </a:cubicBezTo>
                <a:cubicBezTo>
                  <a:pt x="153123" y="363131"/>
                  <a:pt x="151228" y="362407"/>
                  <a:pt x="149275" y="362483"/>
                </a:cubicBezTo>
                <a:moveTo>
                  <a:pt x="326021" y="334079"/>
                </a:moveTo>
                <a:cubicBezTo>
                  <a:pt x="362511" y="295113"/>
                  <a:pt x="413508" y="272986"/>
                  <a:pt x="466896" y="272967"/>
                </a:cubicBezTo>
                <a:cubicBezTo>
                  <a:pt x="506920" y="270662"/>
                  <a:pt x="546763" y="279920"/>
                  <a:pt x="581663" y="299646"/>
                </a:cubicBezTo>
                <a:lnTo>
                  <a:pt x="581663" y="233372"/>
                </a:lnTo>
                <a:cubicBezTo>
                  <a:pt x="581634" y="224018"/>
                  <a:pt x="577929" y="215045"/>
                  <a:pt x="571338" y="208406"/>
                </a:cubicBezTo>
                <a:lnTo>
                  <a:pt x="541210" y="177422"/>
                </a:lnTo>
                <a:cubicBezTo>
                  <a:pt x="539715" y="176126"/>
                  <a:pt x="538619" y="174440"/>
                  <a:pt x="538057" y="172545"/>
                </a:cubicBezTo>
                <a:lnTo>
                  <a:pt x="480669" y="26784"/>
                </a:lnTo>
                <a:cubicBezTo>
                  <a:pt x="473925" y="10487"/>
                  <a:pt x="457857" y="0"/>
                  <a:pt x="440216" y="390"/>
                </a:cubicBezTo>
                <a:lnTo>
                  <a:pt x="146980" y="390"/>
                </a:lnTo>
                <a:cubicBezTo>
                  <a:pt x="129578" y="400"/>
                  <a:pt x="113919" y="10953"/>
                  <a:pt x="107384" y="27070"/>
                </a:cubicBezTo>
                <a:lnTo>
                  <a:pt x="52292" y="165087"/>
                </a:lnTo>
                <a:cubicBezTo>
                  <a:pt x="51511" y="166782"/>
                  <a:pt x="50444" y="168335"/>
                  <a:pt x="49139" y="169678"/>
                </a:cubicBezTo>
                <a:lnTo>
                  <a:pt x="6391" y="212426"/>
                </a:lnTo>
                <a:cubicBezTo>
                  <a:pt x="2352" y="216455"/>
                  <a:pt x="85" y="221922"/>
                  <a:pt x="76" y="227628"/>
                </a:cubicBezTo>
                <a:lnTo>
                  <a:pt x="76" y="298503"/>
                </a:lnTo>
                <a:cubicBezTo>
                  <a:pt x="0" y="307962"/>
                  <a:pt x="3724" y="317058"/>
                  <a:pt x="10410" y="323745"/>
                </a:cubicBezTo>
                <a:cubicBezTo>
                  <a:pt x="17097" y="330431"/>
                  <a:pt x="26193" y="334156"/>
                  <a:pt x="35652" y="334079"/>
                </a:cubicBezTo>
                <a:lnTo>
                  <a:pt x="326021" y="334079"/>
                </a:lnTo>
                <a:moveTo>
                  <a:pt x="125177" y="133235"/>
                </a:moveTo>
                <a:lnTo>
                  <a:pt x="153866" y="62369"/>
                </a:lnTo>
                <a:cubicBezTo>
                  <a:pt x="155019" y="59321"/>
                  <a:pt x="158086" y="57435"/>
                  <a:pt x="161324" y="57778"/>
                </a:cubicBezTo>
                <a:lnTo>
                  <a:pt x="425577" y="57778"/>
                </a:lnTo>
                <a:cubicBezTo>
                  <a:pt x="428567" y="57635"/>
                  <a:pt x="431272" y="59521"/>
                  <a:pt x="432177" y="62369"/>
                </a:cubicBezTo>
                <a:lnTo>
                  <a:pt x="460867" y="133235"/>
                </a:lnTo>
                <a:cubicBezTo>
                  <a:pt x="461991" y="135293"/>
                  <a:pt x="461991" y="137779"/>
                  <a:pt x="460867" y="139836"/>
                </a:cubicBezTo>
                <a:cubicBezTo>
                  <a:pt x="459524" y="141836"/>
                  <a:pt x="457257" y="143017"/>
                  <a:pt x="454847" y="142989"/>
                </a:cubicBezTo>
                <a:lnTo>
                  <a:pt x="132921" y="142989"/>
                </a:lnTo>
                <a:cubicBezTo>
                  <a:pt x="130587" y="143027"/>
                  <a:pt x="128397" y="141827"/>
                  <a:pt x="127177" y="139836"/>
                </a:cubicBezTo>
                <a:cubicBezTo>
                  <a:pt x="125568" y="137798"/>
                  <a:pt x="125234" y="135026"/>
                  <a:pt x="126320" y="132664"/>
                </a:cubicBezTo>
                <a:lnTo>
                  <a:pt x="125177" y="133235"/>
                </a:lnTo>
                <a:moveTo>
                  <a:pt x="680370" y="639937"/>
                </a:moveTo>
                <a:lnTo>
                  <a:pt x="607485" y="567347"/>
                </a:lnTo>
                <a:cubicBezTo>
                  <a:pt x="605523" y="564708"/>
                  <a:pt x="605523" y="561089"/>
                  <a:pt x="607485" y="558450"/>
                </a:cubicBezTo>
                <a:cubicBezTo>
                  <a:pt x="650671" y="490537"/>
                  <a:pt x="635831" y="401012"/>
                  <a:pt x="573043" y="350662"/>
                </a:cubicBezTo>
                <a:cubicBezTo>
                  <a:pt x="510263" y="300313"/>
                  <a:pt x="419642" y="305285"/>
                  <a:pt x="362740" y="362188"/>
                </a:cubicBezTo>
                <a:cubicBezTo>
                  <a:pt x="305828" y="419100"/>
                  <a:pt x="300866" y="509711"/>
                  <a:pt x="351205" y="572500"/>
                </a:cubicBezTo>
                <a:cubicBezTo>
                  <a:pt x="401554" y="635288"/>
                  <a:pt x="491089" y="650128"/>
                  <a:pt x="559003" y="606942"/>
                </a:cubicBezTo>
                <a:cubicBezTo>
                  <a:pt x="561641" y="604980"/>
                  <a:pt x="565251" y="604980"/>
                  <a:pt x="567890" y="606942"/>
                </a:cubicBezTo>
                <a:lnTo>
                  <a:pt x="640480" y="679818"/>
                </a:lnTo>
                <a:cubicBezTo>
                  <a:pt x="645871" y="685247"/>
                  <a:pt x="653205" y="688305"/>
                  <a:pt x="660854" y="688305"/>
                </a:cubicBezTo>
                <a:cubicBezTo>
                  <a:pt x="668502" y="688305"/>
                  <a:pt x="675836" y="685247"/>
                  <a:pt x="681228" y="679818"/>
                </a:cubicBezTo>
                <a:cubicBezTo>
                  <a:pt x="691743" y="668464"/>
                  <a:pt x="691362" y="650824"/>
                  <a:pt x="680370" y="639937"/>
                </a:cubicBezTo>
                <a:moveTo>
                  <a:pt x="473497" y="574233"/>
                </a:moveTo>
                <a:cubicBezTo>
                  <a:pt x="418033" y="574233"/>
                  <a:pt x="373075" y="529275"/>
                  <a:pt x="373075" y="473811"/>
                </a:cubicBezTo>
                <a:cubicBezTo>
                  <a:pt x="373075" y="418347"/>
                  <a:pt x="418033" y="373389"/>
                  <a:pt x="473497" y="373389"/>
                </a:cubicBezTo>
                <a:cubicBezTo>
                  <a:pt x="528961" y="373389"/>
                  <a:pt x="573919" y="418347"/>
                  <a:pt x="573919" y="473811"/>
                </a:cubicBezTo>
                <a:cubicBezTo>
                  <a:pt x="573919" y="529275"/>
                  <a:pt x="528961" y="574233"/>
                  <a:pt x="473497" y="574233"/>
                </a:cubicBezTo>
              </a:path>
            </a:pathLst>
          </a:custGeom>
          <a:solidFill>
            <a:srgbClr val="58405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47979" y="2155530"/>
            <a:ext cx="722814" cy="720032"/>
          </a:xfrm>
          <a:custGeom>
            <a:avLst/>
            <a:gdLst/>
            <a:ahLst/>
            <a:cxnLst/>
            <a:rect l="0" t="0" r="0" b="0"/>
            <a:pathLst>
              <a:path w="722814" h="720032">
                <a:moveTo>
                  <a:pt x="473678" y="107432"/>
                </a:moveTo>
                <a:cubicBezTo>
                  <a:pt x="372998" y="62093"/>
                  <a:pt x="251888" y="82095"/>
                  <a:pt x="168278" y="165668"/>
                </a:cubicBezTo>
                <a:cubicBezTo>
                  <a:pt x="79333" y="254679"/>
                  <a:pt x="63150" y="389410"/>
                  <a:pt x="119795" y="495033"/>
                </a:cubicBezTo>
                <a:lnTo>
                  <a:pt x="138350" y="480050"/>
                </a:lnTo>
                <a:cubicBezTo>
                  <a:pt x="147389" y="472763"/>
                  <a:pt x="159924" y="471639"/>
                  <a:pt x="170106" y="477202"/>
                </a:cubicBezTo>
                <a:cubicBezTo>
                  <a:pt x="180298" y="482755"/>
                  <a:pt x="186128" y="493909"/>
                  <a:pt x="184889" y="505444"/>
                </a:cubicBezTo>
                <a:lnTo>
                  <a:pt x="176574" y="583225"/>
                </a:lnTo>
                <a:cubicBezTo>
                  <a:pt x="175841" y="590864"/>
                  <a:pt x="172088" y="597884"/>
                  <a:pt x="166144" y="602722"/>
                </a:cubicBezTo>
                <a:cubicBezTo>
                  <a:pt x="160210" y="607571"/>
                  <a:pt x="152580" y="609838"/>
                  <a:pt x="144951" y="609018"/>
                </a:cubicBezTo>
                <a:lnTo>
                  <a:pt x="66855" y="600646"/>
                </a:lnTo>
                <a:cubicBezTo>
                  <a:pt x="55311" y="599408"/>
                  <a:pt x="45653" y="591340"/>
                  <a:pt x="42376" y="580205"/>
                </a:cubicBezTo>
                <a:cubicBezTo>
                  <a:pt x="39109" y="569071"/>
                  <a:pt x="42862" y="557060"/>
                  <a:pt x="51901" y="549773"/>
                </a:cubicBezTo>
                <a:lnTo>
                  <a:pt x="74485" y="531580"/>
                </a:lnTo>
                <a:cubicBezTo>
                  <a:pt x="0" y="402926"/>
                  <a:pt x="17735" y="235077"/>
                  <a:pt x="127711" y="125129"/>
                </a:cubicBezTo>
                <a:cubicBezTo>
                  <a:pt x="228161" y="24650"/>
                  <a:pt x="374808" y="0"/>
                  <a:pt x="497262" y="55121"/>
                </a:cubicBezTo>
                <a:cubicBezTo>
                  <a:pt x="506777" y="59226"/>
                  <a:pt x="513330" y="68141"/>
                  <a:pt x="514416" y="78447"/>
                </a:cubicBezTo>
                <a:cubicBezTo>
                  <a:pt x="515502" y="88744"/>
                  <a:pt x="510959" y="98831"/>
                  <a:pt x="502519" y="104841"/>
                </a:cubicBezTo>
                <a:cubicBezTo>
                  <a:pt x="494071" y="110842"/>
                  <a:pt x="483050" y="111833"/>
                  <a:pt x="473678" y="107432"/>
                </a:cubicBezTo>
                <a:moveTo>
                  <a:pt x="466220" y="535143"/>
                </a:moveTo>
                <a:cubicBezTo>
                  <a:pt x="460448" y="528847"/>
                  <a:pt x="457847" y="520284"/>
                  <a:pt x="459133" y="511844"/>
                </a:cubicBezTo>
                <a:lnTo>
                  <a:pt x="475202" y="515569"/>
                </a:lnTo>
                <a:cubicBezTo>
                  <a:pt x="533133" y="529742"/>
                  <a:pt x="574671" y="482546"/>
                  <a:pt x="571604" y="434606"/>
                </a:cubicBezTo>
                <a:cubicBezTo>
                  <a:pt x="586006" y="426567"/>
                  <a:pt x="606980" y="432368"/>
                  <a:pt x="611857" y="451904"/>
                </a:cubicBezTo>
                <a:lnTo>
                  <a:pt x="621096" y="481974"/>
                </a:lnTo>
                <a:cubicBezTo>
                  <a:pt x="623392" y="493509"/>
                  <a:pt x="634984" y="498157"/>
                  <a:pt x="646547" y="495833"/>
                </a:cubicBezTo>
                <a:lnTo>
                  <a:pt x="676589" y="488889"/>
                </a:lnTo>
                <a:cubicBezTo>
                  <a:pt x="704307" y="481974"/>
                  <a:pt x="722814" y="514340"/>
                  <a:pt x="704307" y="535143"/>
                </a:cubicBezTo>
                <a:lnTo>
                  <a:pt x="683533" y="558241"/>
                </a:lnTo>
                <a:cubicBezTo>
                  <a:pt x="676589" y="567480"/>
                  <a:pt x="676589" y="579043"/>
                  <a:pt x="683533" y="585987"/>
                </a:cubicBezTo>
                <a:lnTo>
                  <a:pt x="704335" y="609114"/>
                </a:lnTo>
                <a:cubicBezTo>
                  <a:pt x="722814" y="629907"/>
                  <a:pt x="704335" y="662244"/>
                  <a:pt x="676589" y="655300"/>
                </a:cubicBezTo>
                <a:lnTo>
                  <a:pt x="646547" y="648414"/>
                </a:lnTo>
                <a:cubicBezTo>
                  <a:pt x="634984" y="646061"/>
                  <a:pt x="625716" y="653005"/>
                  <a:pt x="621096" y="662244"/>
                </a:cubicBezTo>
                <a:lnTo>
                  <a:pt x="611857" y="692315"/>
                </a:lnTo>
                <a:cubicBezTo>
                  <a:pt x="602618" y="720032"/>
                  <a:pt x="565642" y="720032"/>
                  <a:pt x="558698" y="692315"/>
                </a:cubicBezTo>
                <a:lnTo>
                  <a:pt x="549459" y="662244"/>
                </a:lnTo>
                <a:cubicBezTo>
                  <a:pt x="547163" y="650709"/>
                  <a:pt x="535600" y="646061"/>
                  <a:pt x="524036" y="648385"/>
                </a:cubicBezTo>
                <a:lnTo>
                  <a:pt x="493995" y="655329"/>
                </a:lnTo>
                <a:cubicBezTo>
                  <a:pt x="466248" y="662244"/>
                  <a:pt x="447741" y="629907"/>
                  <a:pt x="466248" y="609114"/>
                </a:cubicBezTo>
                <a:lnTo>
                  <a:pt x="487051" y="585987"/>
                </a:lnTo>
                <a:cubicBezTo>
                  <a:pt x="493995" y="576748"/>
                  <a:pt x="493995" y="565184"/>
                  <a:pt x="487051" y="558241"/>
                </a:cubicBezTo>
                <a:lnTo>
                  <a:pt x="466248" y="535143"/>
                </a:lnTo>
                <a:moveTo>
                  <a:pt x="618086" y="572100"/>
                </a:moveTo>
                <a:cubicBezTo>
                  <a:pt x="618086" y="553983"/>
                  <a:pt x="603399" y="539305"/>
                  <a:pt x="585292" y="539305"/>
                </a:cubicBezTo>
                <a:cubicBezTo>
                  <a:pt x="567185" y="539305"/>
                  <a:pt x="552497" y="553983"/>
                  <a:pt x="552497" y="572100"/>
                </a:cubicBezTo>
                <a:cubicBezTo>
                  <a:pt x="552497" y="590207"/>
                  <a:pt x="567175" y="604894"/>
                  <a:pt x="585292" y="604894"/>
                </a:cubicBezTo>
                <a:cubicBezTo>
                  <a:pt x="603408" y="604894"/>
                  <a:pt x="618086" y="590207"/>
                  <a:pt x="618086" y="572100"/>
                </a:cubicBezTo>
                <a:moveTo>
                  <a:pt x="582339" y="119595"/>
                </a:moveTo>
                <a:cubicBezTo>
                  <a:pt x="566527" y="118462"/>
                  <a:pt x="552792" y="130359"/>
                  <a:pt x="551668" y="146161"/>
                </a:cubicBezTo>
                <a:lnTo>
                  <a:pt x="546096" y="224237"/>
                </a:lnTo>
                <a:cubicBezTo>
                  <a:pt x="545277" y="235800"/>
                  <a:pt x="551497" y="246735"/>
                  <a:pt x="561870" y="251926"/>
                </a:cubicBezTo>
                <a:cubicBezTo>
                  <a:pt x="572252" y="257117"/>
                  <a:pt x="584730" y="255555"/>
                  <a:pt x="593502" y="247964"/>
                </a:cubicBezTo>
                <a:lnTo>
                  <a:pt x="609276" y="234276"/>
                </a:lnTo>
                <a:cubicBezTo>
                  <a:pt x="633202" y="278139"/>
                  <a:pt x="644166" y="327907"/>
                  <a:pt x="640899" y="377761"/>
                </a:cubicBezTo>
                <a:cubicBezTo>
                  <a:pt x="639851" y="393573"/>
                  <a:pt x="651814" y="407250"/>
                  <a:pt x="667626" y="408298"/>
                </a:cubicBezTo>
                <a:cubicBezTo>
                  <a:pt x="683437" y="409355"/>
                  <a:pt x="697106" y="397392"/>
                  <a:pt x="698163" y="381581"/>
                </a:cubicBezTo>
                <a:cubicBezTo>
                  <a:pt x="702421" y="316611"/>
                  <a:pt x="686857" y="251879"/>
                  <a:pt x="653519" y="195938"/>
                </a:cubicBezTo>
                <a:lnTo>
                  <a:pt x="677160" y="175460"/>
                </a:lnTo>
                <a:cubicBezTo>
                  <a:pt x="685933" y="167859"/>
                  <a:pt x="689257" y="155733"/>
                  <a:pt x="685599" y="144722"/>
                </a:cubicBezTo>
                <a:cubicBezTo>
                  <a:pt x="681932" y="133711"/>
                  <a:pt x="672007" y="125996"/>
                  <a:pt x="660434" y="125158"/>
                </a:cubicBezTo>
                <a:lnTo>
                  <a:pt x="582339" y="119595"/>
                </a:lnTo>
                <a:moveTo>
                  <a:pt x="216198" y="636765"/>
                </a:moveTo>
                <a:cubicBezTo>
                  <a:pt x="222084" y="622058"/>
                  <a:pt x="238782" y="614895"/>
                  <a:pt x="253498" y="620791"/>
                </a:cubicBezTo>
                <a:cubicBezTo>
                  <a:pt x="292055" y="636222"/>
                  <a:pt x="330307" y="643823"/>
                  <a:pt x="371132" y="643823"/>
                </a:cubicBezTo>
                <a:cubicBezTo>
                  <a:pt x="386981" y="643823"/>
                  <a:pt x="399830" y="656672"/>
                  <a:pt x="399830" y="672522"/>
                </a:cubicBezTo>
                <a:cubicBezTo>
                  <a:pt x="399830" y="688362"/>
                  <a:pt x="386981" y="701211"/>
                  <a:pt x="371132" y="701211"/>
                </a:cubicBezTo>
                <a:cubicBezTo>
                  <a:pt x="322697" y="701211"/>
                  <a:pt x="277253" y="692115"/>
                  <a:pt x="232181" y="674065"/>
                </a:cubicBezTo>
                <a:cubicBezTo>
                  <a:pt x="217465" y="668178"/>
                  <a:pt x="210311" y="651481"/>
                  <a:pt x="216198" y="636765"/>
                </a:cubicBezTo>
                <a:moveTo>
                  <a:pt x="404879" y="221218"/>
                </a:moveTo>
                <a:lnTo>
                  <a:pt x="416356" y="258518"/>
                </a:lnTo>
                <a:cubicBezTo>
                  <a:pt x="419223" y="272862"/>
                  <a:pt x="433568" y="278606"/>
                  <a:pt x="447913" y="275739"/>
                </a:cubicBezTo>
                <a:lnTo>
                  <a:pt x="485213" y="267128"/>
                </a:lnTo>
                <a:cubicBezTo>
                  <a:pt x="519645" y="258518"/>
                  <a:pt x="542601" y="298684"/>
                  <a:pt x="519645" y="324516"/>
                </a:cubicBezTo>
                <a:lnTo>
                  <a:pt x="493823" y="353206"/>
                </a:lnTo>
                <a:cubicBezTo>
                  <a:pt x="485213" y="364683"/>
                  <a:pt x="485213" y="379028"/>
                  <a:pt x="493823" y="387638"/>
                </a:cubicBezTo>
                <a:lnTo>
                  <a:pt x="519645" y="416328"/>
                </a:lnTo>
                <a:cubicBezTo>
                  <a:pt x="542601" y="442150"/>
                  <a:pt x="519645" y="482317"/>
                  <a:pt x="485213" y="473706"/>
                </a:cubicBezTo>
                <a:lnTo>
                  <a:pt x="447913" y="465105"/>
                </a:lnTo>
                <a:cubicBezTo>
                  <a:pt x="433568" y="462238"/>
                  <a:pt x="422090" y="470839"/>
                  <a:pt x="416356" y="482317"/>
                </a:cubicBezTo>
                <a:lnTo>
                  <a:pt x="404879" y="519617"/>
                </a:lnTo>
                <a:cubicBezTo>
                  <a:pt x="393401" y="554050"/>
                  <a:pt x="347491" y="554050"/>
                  <a:pt x="338880" y="519617"/>
                </a:cubicBezTo>
                <a:lnTo>
                  <a:pt x="327402" y="482317"/>
                </a:lnTo>
                <a:cubicBezTo>
                  <a:pt x="324535" y="467972"/>
                  <a:pt x="310191" y="462238"/>
                  <a:pt x="295846" y="465105"/>
                </a:cubicBezTo>
                <a:lnTo>
                  <a:pt x="258546" y="473706"/>
                </a:lnTo>
                <a:cubicBezTo>
                  <a:pt x="224113" y="482317"/>
                  <a:pt x="201158" y="442150"/>
                  <a:pt x="224113" y="416328"/>
                </a:cubicBezTo>
                <a:lnTo>
                  <a:pt x="249936" y="387638"/>
                </a:lnTo>
                <a:cubicBezTo>
                  <a:pt x="258546" y="376161"/>
                  <a:pt x="258546" y="361816"/>
                  <a:pt x="249936" y="353206"/>
                </a:cubicBezTo>
                <a:lnTo>
                  <a:pt x="224113" y="324516"/>
                </a:lnTo>
                <a:cubicBezTo>
                  <a:pt x="201158" y="298684"/>
                  <a:pt x="224113" y="258518"/>
                  <a:pt x="258546" y="267128"/>
                </a:cubicBezTo>
                <a:lnTo>
                  <a:pt x="295846" y="275739"/>
                </a:lnTo>
                <a:cubicBezTo>
                  <a:pt x="310191" y="278606"/>
                  <a:pt x="321668" y="269995"/>
                  <a:pt x="327402" y="258518"/>
                </a:cubicBezTo>
                <a:lnTo>
                  <a:pt x="338880" y="221218"/>
                </a:lnTo>
                <a:cubicBezTo>
                  <a:pt x="347491" y="186794"/>
                  <a:pt x="396268" y="186794"/>
                  <a:pt x="404879" y="221218"/>
                </a:cubicBezTo>
                <a:moveTo>
                  <a:pt x="371884" y="411137"/>
                </a:moveTo>
                <a:cubicBezTo>
                  <a:pt x="394363" y="411137"/>
                  <a:pt x="412603" y="392906"/>
                  <a:pt x="412603" y="370417"/>
                </a:cubicBezTo>
                <a:cubicBezTo>
                  <a:pt x="412603" y="347929"/>
                  <a:pt x="394363" y="329698"/>
                  <a:pt x="371884" y="329707"/>
                </a:cubicBezTo>
                <a:cubicBezTo>
                  <a:pt x="349396" y="329707"/>
                  <a:pt x="331174" y="347938"/>
                  <a:pt x="331174" y="370417"/>
                </a:cubicBezTo>
                <a:cubicBezTo>
                  <a:pt x="331174" y="392906"/>
                  <a:pt x="349396" y="411127"/>
                  <a:pt x="371884" y="411137"/>
                </a:cubicBezTo>
              </a:path>
            </a:pathLst>
          </a:custGeom>
          <a:solidFill>
            <a:srgbClr val="58405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4891" y="371475"/>
            <a:ext cx="7914226" cy="3600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700" b="1">
                <a:solidFill>
                  <a:srgbClr val="584053"/>
                </a:solidFill>
                <a:latin typeface="Montserrat"/>
              </a:rPr>
              <a:t>Converge Implementation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7281" y="2689611"/>
            <a:ext cx="1667160" cy="24789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500" b="1">
                <a:solidFill>
                  <a:srgbClr val="584053"/>
                </a:solidFill>
                <a:latin typeface="Montserrat"/>
              </a:rPr>
              <a:t>Collaboration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2533" y="2751582"/>
            <a:ext cx="139659" cy="3718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400" b="1">
                <a:solidFill>
                  <a:srgbClr val="584053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6347" y="2751582"/>
            <a:ext cx="210037" cy="3718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400" b="1">
                <a:solidFill>
                  <a:srgbClr val="584053"/>
                </a:solidFill>
                <a:latin typeface="Montserra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4931" y="2751582"/>
            <a:ext cx="210859" cy="3718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400" b="1">
                <a:solidFill>
                  <a:srgbClr val="584053"/>
                </a:solidFill>
                <a:latin typeface="Montserrat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2834" y="3006371"/>
            <a:ext cx="1218057" cy="24789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500" b="1">
                <a:solidFill>
                  <a:srgbClr val="584053"/>
                </a:solidFill>
                <a:latin typeface="Montserrat"/>
              </a:rPr>
              <a:t>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7763" y="3006371"/>
            <a:ext cx="1244203" cy="24789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500" b="1">
                <a:solidFill>
                  <a:srgbClr val="584053"/>
                </a:solidFill>
                <a:latin typeface="Montserrat"/>
              </a:rPr>
              <a:t>Execution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3844628" y="3106167"/>
            <a:ext cx="1592465" cy="557878"/>
            <a:chOff x="3844628" y="3106167"/>
            <a:chExt cx="1592465" cy="557878"/>
          </a:xfrm>
        </p:grpSpPr>
        <p:sp>
          <p:nvSpPr>
            <p:cNvPr id="15" name="TextBox 14"/>
            <p:cNvSpPr txBox="1"/>
            <p:nvPr/>
          </p:nvSpPr>
          <p:spPr>
            <a:xfrm>
              <a:off x="3725194" y="3106167"/>
              <a:ext cx="1831334" cy="1859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584053"/>
                  </a:solidFill>
                  <a:latin typeface="Montserrat"/>
                </a:rPr>
                <a:t>Startups and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725194" y="3292095"/>
              <a:ext cx="1831334" cy="186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584053"/>
                  </a:solidFill>
                  <a:latin typeface="Montserrat"/>
                </a:rPr>
                <a:t>manufacturers form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725194" y="3478118"/>
              <a:ext cx="1831334" cy="1859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584053"/>
                  </a:solidFill>
                  <a:latin typeface="Montserrat"/>
                </a:rPr>
                <a:t>consortium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508504" y="3422927"/>
            <a:ext cx="1306715" cy="557878"/>
            <a:chOff x="1508504" y="3422927"/>
            <a:chExt cx="1306715" cy="557878"/>
          </a:xfrm>
        </p:grpSpPr>
        <p:sp>
          <p:nvSpPr>
            <p:cNvPr id="19" name="TextBox 18"/>
            <p:cNvSpPr txBox="1"/>
            <p:nvPr/>
          </p:nvSpPr>
          <p:spPr>
            <a:xfrm>
              <a:off x="1410501" y="3422927"/>
              <a:ext cx="1502722" cy="1859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584053"/>
                  </a:solidFill>
                  <a:latin typeface="Montserrat"/>
                </a:rPr>
                <a:t>Startups browse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410501" y="3608855"/>
              <a:ext cx="1502722" cy="186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584053"/>
                  </a:solidFill>
                  <a:latin typeface="Montserrat"/>
                </a:rPr>
                <a:t>government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410501" y="3794878"/>
              <a:ext cx="1502722" cy="1859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584053"/>
                  </a:solidFill>
                  <a:latin typeface="Montserrat"/>
                </a:rPr>
                <a:t>challenges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394711" y="3412628"/>
            <a:ext cx="1450305" cy="371902"/>
            <a:chOff x="6394711" y="3412628"/>
            <a:chExt cx="1450305" cy="371902"/>
          </a:xfrm>
        </p:grpSpPr>
        <p:sp>
          <p:nvSpPr>
            <p:cNvPr id="23" name="TextBox 22"/>
            <p:cNvSpPr txBox="1"/>
            <p:nvPr/>
          </p:nvSpPr>
          <p:spPr>
            <a:xfrm>
              <a:off x="6285939" y="3412628"/>
              <a:ext cx="1667850" cy="1859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584053"/>
                  </a:solidFill>
                  <a:latin typeface="Montserrat"/>
                </a:rPr>
                <a:t>Sandbox pilot trial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285939" y="3598555"/>
              <a:ext cx="1667850" cy="185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584053"/>
                  </a:solidFill>
                  <a:latin typeface="Montserrat"/>
                </a:rPr>
                <a:t>leads to PO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9088" y="1735849"/>
            <a:ext cx="1447485" cy="1161830"/>
          </a:xfrm>
          <a:custGeom>
            <a:avLst/>
            <a:gdLst/>
            <a:ahLst/>
            <a:cxnLst/>
            <a:rect l="0" t="0" r="0" b="0"/>
            <a:pathLst>
              <a:path w="1447485" h="1161830">
                <a:moveTo>
                  <a:pt x="1379553" y="1161830"/>
                </a:moveTo>
                <a:lnTo>
                  <a:pt x="1402194" y="1161830"/>
                </a:lnTo>
                <a:cubicBezTo>
                  <a:pt x="1427206" y="1161830"/>
                  <a:pt x="1447485" y="1141552"/>
                  <a:pt x="1447485" y="1116539"/>
                </a:cubicBezTo>
                <a:lnTo>
                  <a:pt x="1447485" y="45291"/>
                </a:lnTo>
                <a:cubicBezTo>
                  <a:pt x="1447485" y="20278"/>
                  <a:pt x="1427206" y="0"/>
                  <a:pt x="1402194" y="0"/>
                </a:cubicBezTo>
                <a:lnTo>
                  <a:pt x="45291" y="0"/>
                </a:lnTo>
                <a:cubicBezTo>
                  <a:pt x="20278" y="0"/>
                  <a:pt x="0" y="20278"/>
                  <a:pt x="0" y="45291"/>
                </a:cubicBezTo>
                <a:lnTo>
                  <a:pt x="0" y="1116539"/>
                </a:lnTo>
                <a:cubicBezTo>
                  <a:pt x="0" y="1141552"/>
                  <a:pt x="20278" y="1161830"/>
                  <a:pt x="45291" y="1161830"/>
                </a:cubicBezTo>
                <a:lnTo>
                  <a:pt x="1379553" y="1161830"/>
                </a:lnTo>
              </a:path>
            </a:pathLst>
          </a:custGeom>
          <a:solidFill>
            <a:srgbClr val="61ACA2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9088" y="1735849"/>
            <a:ext cx="1447487" cy="1161833"/>
          </a:xfrm>
          <a:custGeom>
            <a:avLst/>
            <a:gdLst/>
            <a:ahLst/>
            <a:cxnLst/>
            <a:rect l="0" t="0" r="0" b="0"/>
            <a:pathLst>
              <a:path w="1447487" h="1161833">
                <a:moveTo>
                  <a:pt x="67937" y="0"/>
                </a:moveTo>
                <a:lnTo>
                  <a:pt x="45291" y="0"/>
                </a:lnTo>
                <a:cubicBezTo>
                  <a:pt x="20278" y="0"/>
                  <a:pt x="0" y="20278"/>
                  <a:pt x="0" y="45291"/>
                </a:cubicBezTo>
                <a:lnTo>
                  <a:pt x="0" y="67937"/>
                </a:lnTo>
                <a:moveTo>
                  <a:pt x="0" y="67937"/>
                </a:moveTo>
                <a:lnTo>
                  <a:pt x="0" y="1093895"/>
                </a:lnTo>
                <a:moveTo>
                  <a:pt x="1447487" y="67937"/>
                </a:moveTo>
                <a:lnTo>
                  <a:pt x="1447487" y="1093895"/>
                </a:lnTo>
                <a:moveTo>
                  <a:pt x="67937" y="0"/>
                </a:moveTo>
                <a:lnTo>
                  <a:pt x="1379549" y="0"/>
                </a:lnTo>
                <a:moveTo>
                  <a:pt x="67937" y="1161833"/>
                </a:moveTo>
                <a:lnTo>
                  <a:pt x="45291" y="1161833"/>
                </a:lnTo>
                <a:cubicBezTo>
                  <a:pt x="20278" y="1161833"/>
                  <a:pt x="0" y="1141555"/>
                  <a:pt x="0" y="1116541"/>
                </a:cubicBezTo>
                <a:lnTo>
                  <a:pt x="0" y="1093896"/>
                </a:lnTo>
                <a:moveTo>
                  <a:pt x="1379549" y="0"/>
                </a:moveTo>
                <a:lnTo>
                  <a:pt x="1402195" y="0"/>
                </a:lnTo>
                <a:cubicBezTo>
                  <a:pt x="1427209" y="0"/>
                  <a:pt x="1447487" y="20278"/>
                  <a:pt x="1447487" y="45291"/>
                </a:cubicBezTo>
                <a:lnTo>
                  <a:pt x="1447487" y="67937"/>
                </a:lnTo>
                <a:moveTo>
                  <a:pt x="1379549" y="1161833"/>
                </a:moveTo>
                <a:lnTo>
                  <a:pt x="67937" y="1161833"/>
                </a:lnTo>
                <a:moveTo>
                  <a:pt x="1379549" y="1161833"/>
                </a:moveTo>
                <a:lnTo>
                  <a:pt x="1402195" y="1161833"/>
                </a:lnTo>
                <a:cubicBezTo>
                  <a:pt x="1427209" y="1161833"/>
                  <a:pt x="1447487" y="1141555"/>
                  <a:pt x="1447487" y="1116541"/>
                </a:cubicBezTo>
                <a:lnTo>
                  <a:pt x="1447487" y="1093896"/>
                </a:lnTo>
              </a:path>
            </a:pathLst>
          </a:custGeom>
          <a:noFill/>
          <a:ln w="16987">
            <a:solidFill>
              <a:srgbClr val="FDFBF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9088" y="3124141"/>
            <a:ext cx="1493043" cy="1015031"/>
          </a:xfrm>
          <a:custGeom>
            <a:avLst/>
            <a:gdLst/>
            <a:ahLst/>
            <a:cxnLst/>
            <a:rect l="0" t="0" r="0" b="0"/>
            <a:pathLst>
              <a:path w="1493043" h="1015031">
                <a:moveTo>
                  <a:pt x="1425111" y="1015031"/>
                </a:moveTo>
                <a:lnTo>
                  <a:pt x="1447752" y="1015031"/>
                </a:lnTo>
                <a:cubicBezTo>
                  <a:pt x="1472765" y="1015031"/>
                  <a:pt x="1493043" y="994752"/>
                  <a:pt x="1493043" y="969740"/>
                </a:cubicBezTo>
                <a:lnTo>
                  <a:pt x="1493043" y="45291"/>
                </a:lnTo>
                <a:cubicBezTo>
                  <a:pt x="1493043" y="20278"/>
                  <a:pt x="1472765" y="0"/>
                  <a:pt x="1447752" y="0"/>
                </a:cubicBezTo>
                <a:lnTo>
                  <a:pt x="45291" y="0"/>
                </a:lnTo>
                <a:cubicBezTo>
                  <a:pt x="20278" y="0"/>
                  <a:pt x="0" y="20278"/>
                  <a:pt x="0" y="45291"/>
                </a:cubicBezTo>
                <a:lnTo>
                  <a:pt x="0" y="969740"/>
                </a:lnTo>
                <a:cubicBezTo>
                  <a:pt x="0" y="994752"/>
                  <a:pt x="20278" y="1015031"/>
                  <a:pt x="45291" y="1015031"/>
                </a:cubicBezTo>
                <a:lnTo>
                  <a:pt x="1425111" y="1015031"/>
                </a:lnTo>
              </a:path>
            </a:pathLst>
          </a:custGeom>
          <a:solidFill>
            <a:srgbClr val="61ACA2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9088" y="3124141"/>
            <a:ext cx="1493045" cy="1015029"/>
          </a:xfrm>
          <a:custGeom>
            <a:avLst/>
            <a:gdLst/>
            <a:ahLst/>
            <a:cxnLst/>
            <a:rect l="0" t="0" r="0" b="0"/>
            <a:pathLst>
              <a:path w="1493045" h="1015029">
                <a:moveTo>
                  <a:pt x="67937" y="0"/>
                </a:moveTo>
                <a:lnTo>
                  <a:pt x="45291" y="0"/>
                </a:lnTo>
                <a:cubicBezTo>
                  <a:pt x="20278" y="0"/>
                  <a:pt x="0" y="20278"/>
                  <a:pt x="0" y="45291"/>
                </a:cubicBezTo>
                <a:lnTo>
                  <a:pt x="0" y="67937"/>
                </a:lnTo>
                <a:moveTo>
                  <a:pt x="0" y="67937"/>
                </a:moveTo>
                <a:lnTo>
                  <a:pt x="0" y="947091"/>
                </a:lnTo>
                <a:moveTo>
                  <a:pt x="1493045" y="67937"/>
                </a:moveTo>
                <a:lnTo>
                  <a:pt x="1493045" y="947091"/>
                </a:lnTo>
                <a:moveTo>
                  <a:pt x="67937" y="0"/>
                </a:moveTo>
                <a:lnTo>
                  <a:pt x="1425108" y="0"/>
                </a:lnTo>
                <a:moveTo>
                  <a:pt x="67937" y="1015029"/>
                </a:moveTo>
                <a:lnTo>
                  <a:pt x="45291" y="1015029"/>
                </a:lnTo>
                <a:cubicBezTo>
                  <a:pt x="20278" y="1015029"/>
                  <a:pt x="0" y="994750"/>
                  <a:pt x="0" y="969737"/>
                </a:cubicBezTo>
                <a:lnTo>
                  <a:pt x="0" y="947091"/>
                </a:lnTo>
                <a:moveTo>
                  <a:pt x="1425108" y="0"/>
                </a:moveTo>
                <a:lnTo>
                  <a:pt x="1447754" y="0"/>
                </a:lnTo>
                <a:cubicBezTo>
                  <a:pt x="1472767" y="0"/>
                  <a:pt x="1493045" y="20278"/>
                  <a:pt x="1493045" y="45291"/>
                </a:cubicBezTo>
                <a:lnTo>
                  <a:pt x="1493045" y="67937"/>
                </a:lnTo>
                <a:moveTo>
                  <a:pt x="1425108" y="1015029"/>
                </a:moveTo>
                <a:lnTo>
                  <a:pt x="67937" y="1015029"/>
                </a:lnTo>
                <a:moveTo>
                  <a:pt x="1425108" y="1015029"/>
                </a:moveTo>
                <a:lnTo>
                  <a:pt x="1447754" y="1015029"/>
                </a:lnTo>
                <a:cubicBezTo>
                  <a:pt x="1472767" y="1015029"/>
                  <a:pt x="1493045" y="994750"/>
                  <a:pt x="1493045" y="969737"/>
                </a:cubicBezTo>
                <a:lnTo>
                  <a:pt x="1493045" y="947091"/>
                </a:lnTo>
              </a:path>
            </a:pathLst>
          </a:custGeom>
          <a:noFill/>
          <a:ln w="16987">
            <a:solidFill>
              <a:srgbClr val="FDFBF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747384" y="2439174"/>
            <a:ext cx="1488252" cy="1143476"/>
          </a:xfrm>
          <a:custGeom>
            <a:avLst/>
            <a:gdLst/>
            <a:ahLst/>
            <a:cxnLst/>
            <a:rect l="0" t="0" r="0" b="0"/>
            <a:pathLst>
              <a:path w="1488252" h="1143476">
                <a:moveTo>
                  <a:pt x="1420320" y="1143476"/>
                </a:moveTo>
                <a:lnTo>
                  <a:pt x="1442961" y="1143476"/>
                </a:lnTo>
                <a:cubicBezTo>
                  <a:pt x="1467983" y="1143476"/>
                  <a:pt x="1488252" y="1123197"/>
                  <a:pt x="1488252" y="1098184"/>
                </a:cubicBezTo>
                <a:lnTo>
                  <a:pt x="1488252" y="45291"/>
                </a:lnTo>
                <a:cubicBezTo>
                  <a:pt x="1488252" y="20278"/>
                  <a:pt x="1467983" y="0"/>
                  <a:pt x="1442961" y="0"/>
                </a:cubicBezTo>
                <a:lnTo>
                  <a:pt x="45291" y="0"/>
                </a:lnTo>
                <a:cubicBezTo>
                  <a:pt x="20278" y="0"/>
                  <a:pt x="0" y="20278"/>
                  <a:pt x="0" y="45291"/>
                </a:cubicBezTo>
                <a:lnTo>
                  <a:pt x="0" y="1098184"/>
                </a:lnTo>
                <a:cubicBezTo>
                  <a:pt x="0" y="1123197"/>
                  <a:pt x="20278" y="1143476"/>
                  <a:pt x="45291" y="1143476"/>
                </a:cubicBezTo>
                <a:lnTo>
                  <a:pt x="1420320" y="1143476"/>
                </a:lnTo>
              </a:path>
            </a:pathLst>
          </a:custGeom>
          <a:solidFill>
            <a:srgbClr val="61ACA2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47384" y="2439174"/>
            <a:ext cx="1488257" cy="1143474"/>
          </a:xfrm>
          <a:custGeom>
            <a:avLst/>
            <a:gdLst/>
            <a:ahLst/>
            <a:cxnLst/>
            <a:rect l="0" t="0" r="0" b="0"/>
            <a:pathLst>
              <a:path w="1488257" h="1143474">
                <a:moveTo>
                  <a:pt x="67937" y="0"/>
                </a:moveTo>
                <a:lnTo>
                  <a:pt x="45291" y="0"/>
                </a:lnTo>
                <a:cubicBezTo>
                  <a:pt x="20278" y="0"/>
                  <a:pt x="0" y="20278"/>
                  <a:pt x="0" y="45291"/>
                </a:cubicBezTo>
                <a:lnTo>
                  <a:pt x="0" y="67937"/>
                </a:lnTo>
                <a:moveTo>
                  <a:pt x="0" y="67937"/>
                </a:moveTo>
                <a:lnTo>
                  <a:pt x="0" y="1075536"/>
                </a:lnTo>
                <a:moveTo>
                  <a:pt x="1488257" y="67937"/>
                </a:moveTo>
                <a:lnTo>
                  <a:pt x="1488257" y="1075536"/>
                </a:lnTo>
                <a:moveTo>
                  <a:pt x="67937" y="0"/>
                </a:moveTo>
                <a:lnTo>
                  <a:pt x="1420319" y="0"/>
                </a:lnTo>
                <a:moveTo>
                  <a:pt x="67937" y="1143474"/>
                </a:moveTo>
                <a:lnTo>
                  <a:pt x="45291" y="1143474"/>
                </a:lnTo>
                <a:cubicBezTo>
                  <a:pt x="20278" y="1143474"/>
                  <a:pt x="0" y="1123196"/>
                  <a:pt x="0" y="1098182"/>
                </a:cubicBezTo>
                <a:lnTo>
                  <a:pt x="0" y="1075536"/>
                </a:lnTo>
                <a:moveTo>
                  <a:pt x="1420319" y="0"/>
                </a:moveTo>
                <a:lnTo>
                  <a:pt x="1442965" y="0"/>
                </a:lnTo>
                <a:cubicBezTo>
                  <a:pt x="1467979" y="0"/>
                  <a:pt x="1488257" y="20278"/>
                  <a:pt x="1488257" y="45291"/>
                </a:cubicBezTo>
                <a:lnTo>
                  <a:pt x="1488257" y="67937"/>
                </a:lnTo>
                <a:moveTo>
                  <a:pt x="1420319" y="1143474"/>
                </a:moveTo>
                <a:lnTo>
                  <a:pt x="67937" y="1143474"/>
                </a:lnTo>
                <a:moveTo>
                  <a:pt x="1420319" y="1143474"/>
                </a:moveTo>
                <a:lnTo>
                  <a:pt x="1442965" y="1143474"/>
                </a:lnTo>
                <a:cubicBezTo>
                  <a:pt x="1467979" y="1143474"/>
                  <a:pt x="1488257" y="1123196"/>
                  <a:pt x="1488257" y="1098182"/>
                </a:cubicBezTo>
                <a:lnTo>
                  <a:pt x="1488257" y="1075536"/>
                </a:lnTo>
              </a:path>
            </a:pathLst>
          </a:custGeom>
          <a:noFill/>
          <a:ln w="16987">
            <a:solidFill>
              <a:srgbClr val="FDFBF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50891" y="2439174"/>
            <a:ext cx="1420996" cy="1143476"/>
          </a:xfrm>
          <a:custGeom>
            <a:avLst/>
            <a:gdLst/>
            <a:ahLst/>
            <a:cxnLst/>
            <a:rect l="0" t="0" r="0" b="0"/>
            <a:pathLst>
              <a:path w="1420996" h="1143476">
                <a:moveTo>
                  <a:pt x="1353054" y="1143476"/>
                </a:moveTo>
                <a:lnTo>
                  <a:pt x="1375705" y="1143476"/>
                </a:lnTo>
                <a:cubicBezTo>
                  <a:pt x="1400717" y="1143476"/>
                  <a:pt x="1420996" y="1123197"/>
                  <a:pt x="1420996" y="1098184"/>
                </a:cubicBezTo>
                <a:lnTo>
                  <a:pt x="1420996" y="45291"/>
                </a:lnTo>
                <a:cubicBezTo>
                  <a:pt x="1420996" y="20278"/>
                  <a:pt x="1400717" y="0"/>
                  <a:pt x="1375705" y="0"/>
                </a:cubicBezTo>
                <a:lnTo>
                  <a:pt x="45291" y="0"/>
                </a:lnTo>
                <a:cubicBezTo>
                  <a:pt x="20278" y="0"/>
                  <a:pt x="0" y="20278"/>
                  <a:pt x="0" y="45291"/>
                </a:cubicBezTo>
                <a:lnTo>
                  <a:pt x="0" y="1098184"/>
                </a:lnTo>
                <a:cubicBezTo>
                  <a:pt x="0" y="1123197"/>
                  <a:pt x="20278" y="1143476"/>
                  <a:pt x="45291" y="1143476"/>
                </a:cubicBezTo>
                <a:lnTo>
                  <a:pt x="1353054" y="1143476"/>
                </a:lnTo>
              </a:path>
            </a:pathLst>
          </a:custGeom>
          <a:solidFill>
            <a:srgbClr val="61ACA2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50892" y="2439174"/>
            <a:ext cx="1420994" cy="1143474"/>
          </a:xfrm>
          <a:custGeom>
            <a:avLst/>
            <a:gdLst/>
            <a:ahLst/>
            <a:cxnLst/>
            <a:rect l="0" t="0" r="0" b="0"/>
            <a:pathLst>
              <a:path w="1420994" h="1143474">
                <a:moveTo>
                  <a:pt x="67937" y="0"/>
                </a:moveTo>
                <a:lnTo>
                  <a:pt x="45291" y="0"/>
                </a:lnTo>
                <a:cubicBezTo>
                  <a:pt x="20278" y="0"/>
                  <a:pt x="0" y="20278"/>
                  <a:pt x="0" y="45291"/>
                </a:cubicBezTo>
                <a:lnTo>
                  <a:pt x="0" y="67937"/>
                </a:lnTo>
                <a:moveTo>
                  <a:pt x="0" y="67937"/>
                </a:moveTo>
                <a:lnTo>
                  <a:pt x="0" y="1075536"/>
                </a:lnTo>
                <a:moveTo>
                  <a:pt x="1420994" y="67937"/>
                </a:moveTo>
                <a:lnTo>
                  <a:pt x="1420994" y="1075536"/>
                </a:lnTo>
                <a:moveTo>
                  <a:pt x="67937" y="0"/>
                </a:moveTo>
                <a:lnTo>
                  <a:pt x="1353056" y="0"/>
                </a:lnTo>
                <a:moveTo>
                  <a:pt x="67937" y="1143474"/>
                </a:moveTo>
                <a:lnTo>
                  <a:pt x="45291" y="1143474"/>
                </a:lnTo>
                <a:cubicBezTo>
                  <a:pt x="20278" y="1143474"/>
                  <a:pt x="0" y="1123196"/>
                  <a:pt x="0" y="1098182"/>
                </a:cubicBezTo>
                <a:lnTo>
                  <a:pt x="0" y="1075536"/>
                </a:lnTo>
                <a:moveTo>
                  <a:pt x="1353056" y="0"/>
                </a:moveTo>
                <a:lnTo>
                  <a:pt x="1375702" y="0"/>
                </a:lnTo>
                <a:cubicBezTo>
                  <a:pt x="1400715" y="0"/>
                  <a:pt x="1420994" y="20278"/>
                  <a:pt x="1420994" y="45291"/>
                </a:cubicBezTo>
                <a:lnTo>
                  <a:pt x="1420994" y="67937"/>
                </a:lnTo>
                <a:moveTo>
                  <a:pt x="1353056" y="1143474"/>
                </a:moveTo>
                <a:lnTo>
                  <a:pt x="67937" y="1143474"/>
                </a:lnTo>
                <a:moveTo>
                  <a:pt x="1353056" y="1143474"/>
                </a:moveTo>
                <a:lnTo>
                  <a:pt x="1375702" y="1143474"/>
                </a:lnTo>
                <a:cubicBezTo>
                  <a:pt x="1400715" y="1143474"/>
                  <a:pt x="1420994" y="1123196"/>
                  <a:pt x="1420994" y="1098182"/>
                </a:cubicBezTo>
                <a:lnTo>
                  <a:pt x="1420994" y="1075536"/>
                </a:lnTo>
              </a:path>
            </a:pathLst>
          </a:custGeom>
          <a:noFill/>
          <a:ln w="16987">
            <a:solidFill>
              <a:srgbClr val="FDFBF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287135" y="2439174"/>
            <a:ext cx="1417777" cy="1143476"/>
          </a:xfrm>
          <a:custGeom>
            <a:avLst/>
            <a:gdLst/>
            <a:ahLst/>
            <a:cxnLst/>
            <a:rect l="0" t="0" r="0" b="0"/>
            <a:pathLst>
              <a:path w="1417777" h="1143476">
                <a:moveTo>
                  <a:pt x="1349835" y="1143476"/>
                </a:moveTo>
                <a:lnTo>
                  <a:pt x="1372485" y="1143476"/>
                </a:lnTo>
                <a:cubicBezTo>
                  <a:pt x="1397498" y="1143476"/>
                  <a:pt x="1417777" y="1123197"/>
                  <a:pt x="1417777" y="1098184"/>
                </a:cubicBezTo>
                <a:lnTo>
                  <a:pt x="1417777" y="45291"/>
                </a:lnTo>
                <a:cubicBezTo>
                  <a:pt x="1417777" y="20278"/>
                  <a:pt x="1397498" y="0"/>
                  <a:pt x="1372485" y="0"/>
                </a:cubicBezTo>
                <a:lnTo>
                  <a:pt x="45291" y="0"/>
                </a:lnTo>
                <a:cubicBezTo>
                  <a:pt x="20278" y="0"/>
                  <a:pt x="0" y="20278"/>
                  <a:pt x="0" y="45291"/>
                </a:cubicBezTo>
                <a:lnTo>
                  <a:pt x="0" y="1098184"/>
                </a:lnTo>
                <a:cubicBezTo>
                  <a:pt x="0" y="1123197"/>
                  <a:pt x="20278" y="1143476"/>
                  <a:pt x="45291" y="1143476"/>
                </a:cubicBezTo>
                <a:lnTo>
                  <a:pt x="1349835" y="1143476"/>
                </a:lnTo>
              </a:path>
            </a:pathLst>
          </a:custGeom>
          <a:solidFill>
            <a:srgbClr val="61ACA2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287135" y="2439174"/>
            <a:ext cx="1417775" cy="1143474"/>
          </a:xfrm>
          <a:custGeom>
            <a:avLst/>
            <a:gdLst/>
            <a:ahLst/>
            <a:cxnLst/>
            <a:rect l="0" t="0" r="0" b="0"/>
            <a:pathLst>
              <a:path w="1417775" h="1143474">
                <a:moveTo>
                  <a:pt x="67937" y="0"/>
                </a:moveTo>
                <a:lnTo>
                  <a:pt x="45291" y="0"/>
                </a:lnTo>
                <a:cubicBezTo>
                  <a:pt x="20278" y="0"/>
                  <a:pt x="0" y="20278"/>
                  <a:pt x="0" y="45291"/>
                </a:cubicBezTo>
                <a:lnTo>
                  <a:pt x="0" y="67937"/>
                </a:lnTo>
                <a:moveTo>
                  <a:pt x="0" y="67937"/>
                </a:moveTo>
                <a:lnTo>
                  <a:pt x="0" y="1075536"/>
                </a:lnTo>
                <a:moveTo>
                  <a:pt x="1417775" y="67937"/>
                </a:moveTo>
                <a:lnTo>
                  <a:pt x="1417775" y="1075536"/>
                </a:lnTo>
                <a:moveTo>
                  <a:pt x="67937" y="0"/>
                </a:moveTo>
                <a:lnTo>
                  <a:pt x="1349838" y="0"/>
                </a:lnTo>
                <a:moveTo>
                  <a:pt x="67937" y="1143474"/>
                </a:moveTo>
                <a:lnTo>
                  <a:pt x="45291" y="1143474"/>
                </a:lnTo>
                <a:cubicBezTo>
                  <a:pt x="20278" y="1143474"/>
                  <a:pt x="0" y="1123195"/>
                  <a:pt x="0" y="1098182"/>
                </a:cubicBezTo>
                <a:lnTo>
                  <a:pt x="0" y="1075536"/>
                </a:lnTo>
                <a:moveTo>
                  <a:pt x="1349838" y="0"/>
                </a:moveTo>
                <a:lnTo>
                  <a:pt x="1372483" y="0"/>
                </a:lnTo>
                <a:cubicBezTo>
                  <a:pt x="1397497" y="0"/>
                  <a:pt x="1417775" y="20278"/>
                  <a:pt x="1417775" y="45291"/>
                </a:cubicBezTo>
                <a:lnTo>
                  <a:pt x="1417775" y="67937"/>
                </a:lnTo>
                <a:moveTo>
                  <a:pt x="1349838" y="1143474"/>
                </a:moveTo>
                <a:lnTo>
                  <a:pt x="67937" y="1143474"/>
                </a:lnTo>
                <a:moveTo>
                  <a:pt x="1349838" y="1143474"/>
                </a:moveTo>
                <a:lnTo>
                  <a:pt x="1372483" y="1143474"/>
                </a:lnTo>
                <a:cubicBezTo>
                  <a:pt x="1397497" y="1143474"/>
                  <a:pt x="1417775" y="1123195"/>
                  <a:pt x="1417775" y="1098182"/>
                </a:cubicBezTo>
                <a:lnTo>
                  <a:pt x="1417775" y="1075536"/>
                </a:lnTo>
              </a:path>
            </a:pathLst>
          </a:custGeom>
          <a:noFill/>
          <a:ln w="16987">
            <a:solidFill>
              <a:srgbClr val="FDFBF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1886575" y="2316765"/>
            <a:ext cx="839152" cy="789623"/>
            <a:chOff x="1886575" y="2316765"/>
            <a:chExt cx="839152" cy="789623"/>
          </a:xfrm>
        </p:grpSpPr>
        <p:sp>
          <p:nvSpPr>
            <p:cNvPr id="12" name="Rounded Rectangle 11"/>
            <p:cNvSpPr/>
            <p:nvPr/>
          </p:nvSpPr>
          <p:spPr>
            <a:xfrm>
              <a:off x="1886575" y="2316765"/>
              <a:ext cx="831437" cy="694181"/>
            </a:xfrm>
            <a:custGeom>
              <a:avLst/>
              <a:gdLst/>
              <a:ahLst/>
              <a:cxnLst/>
              <a:rect l="0" t="0" r="0" b="0"/>
              <a:pathLst>
                <a:path w="831437" h="694181">
                  <a:moveTo>
                    <a:pt x="0" y="0"/>
                  </a:moveTo>
                  <a:lnTo>
                    <a:pt x="338899" y="0"/>
                  </a:lnTo>
                  <a:cubicBezTo>
                    <a:pt x="402050" y="0"/>
                    <a:pt x="453199" y="51149"/>
                    <a:pt x="453199" y="114300"/>
                  </a:cubicBezTo>
                  <a:lnTo>
                    <a:pt x="453199" y="579882"/>
                  </a:lnTo>
                  <a:cubicBezTo>
                    <a:pt x="453199" y="642937"/>
                    <a:pt x="504348" y="694181"/>
                    <a:pt x="567499" y="694181"/>
                  </a:cubicBezTo>
                  <a:lnTo>
                    <a:pt x="831437" y="694181"/>
                  </a:lnTo>
                </a:path>
              </a:pathLst>
            </a:custGeom>
            <a:noFill/>
            <a:ln w="33968">
              <a:solidFill>
                <a:srgbClr val="A3A3A3">
                  <a:alpha val="9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2629525" y="2915888"/>
              <a:ext cx="96202" cy="190500"/>
            </a:xfrm>
            <a:custGeom>
              <a:avLst/>
              <a:gdLst/>
              <a:ahLst/>
              <a:cxnLst/>
              <a:rect l="0" t="0" r="0" b="0"/>
              <a:pathLst>
                <a:path w="96202" h="190500">
                  <a:moveTo>
                    <a:pt x="0" y="190500"/>
                  </a:moveTo>
                  <a:lnTo>
                    <a:pt x="96202" y="95250"/>
                  </a:lnTo>
                  <a:lnTo>
                    <a:pt x="0" y="0"/>
                  </a:lnTo>
                </a:path>
              </a:pathLst>
            </a:custGeom>
            <a:noFill/>
            <a:ln w="33968">
              <a:solidFill>
                <a:srgbClr val="A3A3A3">
                  <a:alpha val="9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932134" y="2915661"/>
            <a:ext cx="793432" cy="715994"/>
            <a:chOff x="1932134" y="2915661"/>
            <a:chExt cx="793432" cy="715994"/>
          </a:xfrm>
        </p:grpSpPr>
        <p:sp>
          <p:nvSpPr>
            <p:cNvPr id="15" name="Rounded Rectangle 14"/>
            <p:cNvSpPr/>
            <p:nvPr/>
          </p:nvSpPr>
          <p:spPr>
            <a:xfrm>
              <a:off x="1932134" y="3010911"/>
              <a:ext cx="785907" cy="620744"/>
            </a:xfrm>
            <a:custGeom>
              <a:avLst/>
              <a:gdLst/>
              <a:ahLst/>
              <a:cxnLst/>
              <a:rect l="0" t="0" r="0" b="0"/>
              <a:pathLst>
                <a:path w="785907" h="620744">
                  <a:moveTo>
                    <a:pt x="0" y="620744"/>
                  </a:moveTo>
                  <a:lnTo>
                    <a:pt x="293369" y="620744"/>
                  </a:lnTo>
                  <a:cubicBezTo>
                    <a:pt x="356425" y="620744"/>
                    <a:pt x="407669" y="569595"/>
                    <a:pt x="407669" y="506444"/>
                  </a:cubicBezTo>
                  <a:lnTo>
                    <a:pt x="407669" y="114300"/>
                  </a:lnTo>
                  <a:cubicBezTo>
                    <a:pt x="407669" y="51149"/>
                    <a:pt x="458819" y="0"/>
                    <a:pt x="521970" y="0"/>
                  </a:cubicBezTo>
                  <a:lnTo>
                    <a:pt x="785907" y="0"/>
                  </a:lnTo>
                </a:path>
              </a:pathLst>
            </a:custGeom>
            <a:noFill/>
            <a:ln w="33968">
              <a:solidFill>
                <a:srgbClr val="A3A3A3">
                  <a:alpha val="9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2630316" y="2915661"/>
              <a:ext cx="95250" cy="190500"/>
            </a:xfrm>
            <a:custGeom>
              <a:avLst/>
              <a:gdLst/>
              <a:ahLst/>
              <a:cxnLst/>
              <a:rect l="0" t="0" r="0" b="0"/>
              <a:pathLst>
                <a:path w="95250" h="190500">
                  <a:moveTo>
                    <a:pt x="0" y="190500"/>
                  </a:moveTo>
                  <a:lnTo>
                    <a:pt x="95250" y="95250"/>
                  </a:lnTo>
                  <a:lnTo>
                    <a:pt x="0" y="0"/>
                  </a:lnTo>
                </a:path>
              </a:pathLst>
            </a:custGeom>
            <a:noFill/>
            <a:ln w="33968">
              <a:solidFill>
                <a:srgbClr val="A3A3A3">
                  <a:alpha val="9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4235641" y="2915661"/>
            <a:ext cx="793432" cy="190500"/>
            <a:chOff x="4235641" y="2915661"/>
            <a:chExt cx="793432" cy="190500"/>
          </a:xfrm>
        </p:grpSpPr>
        <p:sp>
          <p:nvSpPr>
            <p:cNvPr id="18" name="Rounded Rectangle 17"/>
            <p:cNvSpPr/>
            <p:nvPr/>
          </p:nvSpPr>
          <p:spPr>
            <a:xfrm>
              <a:off x="4235641" y="3010911"/>
              <a:ext cx="785907" cy="9525"/>
            </a:xfrm>
            <a:custGeom>
              <a:avLst/>
              <a:gdLst/>
              <a:ahLst/>
              <a:cxnLst/>
              <a:rect l="0" t="0" r="0" b="0"/>
              <a:pathLst>
                <a:path w="785907" h="9525">
                  <a:moveTo>
                    <a:pt x="0" y="0"/>
                  </a:moveTo>
                  <a:lnTo>
                    <a:pt x="785907" y="0"/>
                  </a:lnTo>
                </a:path>
              </a:pathLst>
            </a:custGeom>
            <a:noFill/>
            <a:ln w="33968">
              <a:solidFill>
                <a:srgbClr val="A3A3A3">
                  <a:alpha val="9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4933823" y="2915661"/>
              <a:ext cx="95250" cy="190500"/>
            </a:xfrm>
            <a:custGeom>
              <a:avLst/>
              <a:gdLst/>
              <a:ahLst/>
              <a:cxnLst/>
              <a:rect l="0" t="0" r="0" b="0"/>
              <a:pathLst>
                <a:path w="95250" h="190500">
                  <a:moveTo>
                    <a:pt x="0" y="190500"/>
                  </a:moveTo>
                  <a:lnTo>
                    <a:pt x="95250" y="95250"/>
                  </a:lnTo>
                  <a:lnTo>
                    <a:pt x="0" y="0"/>
                  </a:lnTo>
                </a:path>
              </a:pathLst>
            </a:custGeom>
            <a:noFill/>
            <a:ln w="33968">
              <a:solidFill>
                <a:srgbClr val="A3A3A3">
                  <a:alpha val="9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6471885" y="2915661"/>
            <a:ext cx="793432" cy="190500"/>
            <a:chOff x="6471885" y="2915661"/>
            <a:chExt cx="793432" cy="190500"/>
          </a:xfrm>
        </p:grpSpPr>
        <p:sp>
          <p:nvSpPr>
            <p:cNvPr id="21" name="Rounded Rectangle 20"/>
            <p:cNvSpPr/>
            <p:nvPr/>
          </p:nvSpPr>
          <p:spPr>
            <a:xfrm>
              <a:off x="6471885" y="3010911"/>
              <a:ext cx="785907" cy="9525"/>
            </a:xfrm>
            <a:custGeom>
              <a:avLst/>
              <a:gdLst/>
              <a:ahLst/>
              <a:cxnLst/>
              <a:rect l="0" t="0" r="0" b="0"/>
              <a:pathLst>
                <a:path w="785907" h="9525">
                  <a:moveTo>
                    <a:pt x="0" y="0"/>
                  </a:moveTo>
                  <a:lnTo>
                    <a:pt x="785907" y="0"/>
                  </a:lnTo>
                </a:path>
              </a:pathLst>
            </a:custGeom>
            <a:noFill/>
            <a:ln w="33968">
              <a:solidFill>
                <a:srgbClr val="A3A3A3">
                  <a:alpha val="9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7170067" y="2915661"/>
              <a:ext cx="95250" cy="190500"/>
            </a:xfrm>
            <a:custGeom>
              <a:avLst/>
              <a:gdLst/>
              <a:ahLst/>
              <a:cxnLst/>
              <a:rect l="0" t="0" r="0" b="0"/>
              <a:pathLst>
                <a:path w="95250" h="190500">
                  <a:moveTo>
                    <a:pt x="0" y="190500"/>
                  </a:moveTo>
                  <a:lnTo>
                    <a:pt x="95250" y="95250"/>
                  </a:lnTo>
                  <a:lnTo>
                    <a:pt x="0" y="0"/>
                  </a:lnTo>
                </a:path>
              </a:pathLst>
            </a:custGeom>
            <a:noFill/>
            <a:ln w="33968">
              <a:solidFill>
                <a:srgbClr val="A3A3A3">
                  <a:alpha val="9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4" name="Rounded Rectangle 23"/>
          <p:cNvSpPr/>
          <p:nvPr/>
        </p:nvSpPr>
        <p:spPr>
          <a:xfrm>
            <a:off x="1049736" y="3228695"/>
            <a:ext cx="271748" cy="266271"/>
          </a:xfrm>
          <a:custGeom>
            <a:avLst/>
            <a:gdLst/>
            <a:ahLst/>
            <a:cxnLst/>
            <a:rect l="0" t="0" r="0" b="0"/>
            <a:pathLst>
              <a:path w="271748" h="266271">
                <a:moveTo>
                  <a:pt x="14154" y="232305"/>
                </a:moveTo>
                <a:lnTo>
                  <a:pt x="53787" y="232305"/>
                </a:lnTo>
                <a:cubicBezTo>
                  <a:pt x="55349" y="232305"/>
                  <a:pt x="56616" y="231038"/>
                  <a:pt x="56616" y="229476"/>
                </a:cubicBezTo>
                <a:lnTo>
                  <a:pt x="56616" y="203996"/>
                </a:lnTo>
                <a:cubicBezTo>
                  <a:pt x="56616" y="200872"/>
                  <a:pt x="54082" y="198329"/>
                  <a:pt x="50949" y="198329"/>
                </a:cubicBezTo>
                <a:lnTo>
                  <a:pt x="16983" y="198329"/>
                </a:lnTo>
                <a:cubicBezTo>
                  <a:pt x="13858" y="198329"/>
                  <a:pt x="11325" y="200872"/>
                  <a:pt x="11325" y="203996"/>
                </a:cubicBezTo>
                <a:lnTo>
                  <a:pt x="11325" y="229476"/>
                </a:lnTo>
                <a:cubicBezTo>
                  <a:pt x="11325" y="231038"/>
                  <a:pt x="12592" y="232305"/>
                  <a:pt x="14154" y="232305"/>
                </a:cubicBezTo>
                <a:moveTo>
                  <a:pt x="84924" y="141722"/>
                </a:moveTo>
                <a:cubicBezTo>
                  <a:pt x="81791" y="141722"/>
                  <a:pt x="79257" y="144256"/>
                  <a:pt x="79257" y="147380"/>
                </a:cubicBezTo>
                <a:lnTo>
                  <a:pt x="79257" y="229476"/>
                </a:lnTo>
                <a:cubicBezTo>
                  <a:pt x="79257" y="231038"/>
                  <a:pt x="80524" y="232305"/>
                  <a:pt x="82086" y="232305"/>
                </a:cubicBezTo>
                <a:lnTo>
                  <a:pt x="121719" y="232305"/>
                </a:lnTo>
                <a:cubicBezTo>
                  <a:pt x="123282" y="232305"/>
                  <a:pt x="124548" y="231038"/>
                  <a:pt x="124548" y="229476"/>
                </a:cubicBezTo>
                <a:lnTo>
                  <a:pt x="124548" y="147380"/>
                </a:lnTo>
                <a:cubicBezTo>
                  <a:pt x="124548" y="144256"/>
                  <a:pt x="122015" y="141722"/>
                  <a:pt x="118891" y="141722"/>
                </a:cubicBezTo>
                <a:lnTo>
                  <a:pt x="84924" y="141722"/>
                </a:lnTo>
                <a:moveTo>
                  <a:pt x="152857" y="164363"/>
                </a:moveTo>
                <a:cubicBezTo>
                  <a:pt x="149733" y="164363"/>
                  <a:pt x="147199" y="166897"/>
                  <a:pt x="147199" y="170030"/>
                </a:cubicBezTo>
                <a:lnTo>
                  <a:pt x="147199" y="229476"/>
                </a:lnTo>
                <a:cubicBezTo>
                  <a:pt x="147199" y="231038"/>
                  <a:pt x="148466" y="232305"/>
                  <a:pt x="150028" y="232305"/>
                </a:cubicBezTo>
                <a:lnTo>
                  <a:pt x="189661" y="232305"/>
                </a:lnTo>
                <a:cubicBezTo>
                  <a:pt x="191223" y="232305"/>
                  <a:pt x="192490" y="231038"/>
                  <a:pt x="192490" y="229476"/>
                </a:cubicBezTo>
                <a:lnTo>
                  <a:pt x="192490" y="170030"/>
                </a:lnTo>
                <a:cubicBezTo>
                  <a:pt x="192490" y="166897"/>
                  <a:pt x="189957" y="164363"/>
                  <a:pt x="186832" y="164363"/>
                </a:cubicBezTo>
                <a:lnTo>
                  <a:pt x="152857" y="164363"/>
                </a:lnTo>
                <a:moveTo>
                  <a:pt x="220799" y="85105"/>
                </a:moveTo>
                <a:cubicBezTo>
                  <a:pt x="217674" y="85105"/>
                  <a:pt x="215131" y="87639"/>
                  <a:pt x="215131" y="90763"/>
                </a:cubicBezTo>
                <a:lnTo>
                  <a:pt x="215131" y="229476"/>
                </a:lnTo>
                <a:cubicBezTo>
                  <a:pt x="215131" y="231038"/>
                  <a:pt x="216398" y="232305"/>
                  <a:pt x="217970" y="232305"/>
                </a:cubicBezTo>
                <a:lnTo>
                  <a:pt x="257594" y="232305"/>
                </a:lnTo>
                <a:cubicBezTo>
                  <a:pt x="259156" y="232305"/>
                  <a:pt x="260423" y="231038"/>
                  <a:pt x="260423" y="229476"/>
                </a:cubicBezTo>
                <a:lnTo>
                  <a:pt x="260423" y="90763"/>
                </a:lnTo>
                <a:cubicBezTo>
                  <a:pt x="260423" y="87639"/>
                  <a:pt x="257889" y="85105"/>
                  <a:pt x="254765" y="85105"/>
                </a:cubicBezTo>
                <a:lnTo>
                  <a:pt x="220799" y="85105"/>
                </a:lnTo>
                <a:moveTo>
                  <a:pt x="11325" y="266271"/>
                </a:moveTo>
                <a:lnTo>
                  <a:pt x="260423" y="266271"/>
                </a:lnTo>
                <a:cubicBezTo>
                  <a:pt x="266680" y="266271"/>
                  <a:pt x="271748" y="261204"/>
                  <a:pt x="271748" y="254946"/>
                </a:cubicBezTo>
                <a:cubicBezTo>
                  <a:pt x="271748" y="248697"/>
                  <a:pt x="266680" y="243620"/>
                  <a:pt x="260423" y="243620"/>
                </a:cubicBezTo>
                <a:lnTo>
                  <a:pt x="11325" y="243620"/>
                </a:lnTo>
                <a:cubicBezTo>
                  <a:pt x="5067" y="243620"/>
                  <a:pt x="0" y="248697"/>
                  <a:pt x="0" y="254946"/>
                </a:cubicBezTo>
                <a:cubicBezTo>
                  <a:pt x="0" y="261204"/>
                  <a:pt x="5067" y="266271"/>
                  <a:pt x="11325" y="266271"/>
                </a:cubicBezTo>
                <a:moveTo>
                  <a:pt x="227704" y="44567"/>
                </a:moveTo>
                <a:cubicBezTo>
                  <a:pt x="228476" y="44577"/>
                  <a:pt x="229219" y="44910"/>
                  <a:pt x="229743" y="45472"/>
                </a:cubicBezTo>
                <a:lnTo>
                  <a:pt x="239477" y="55102"/>
                </a:lnTo>
                <a:cubicBezTo>
                  <a:pt x="240506" y="56197"/>
                  <a:pt x="241944" y="56816"/>
                  <a:pt x="243439" y="56797"/>
                </a:cubicBezTo>
                <a:cubicBezTo>
                  <a:pt x="244154" y="56959"/>
                  <a:pt x="244887" y="56959"/>
                  <a:pt x="245592" y="56797"/>
                </a:cubicBezTo>
                <a:cubicBezTo>
                  <a:pt x="247869" y="55873"/>
                  <a:pt x="249288" y="53587"/>
                  <a:pt x="249107" y="51139"/>
                </a:cubicBezTo>
                <a:lnTo>
                  <a:pt x="249107" y="5848"/>
                </a:lnTo>
                <a:cubicBezTo>
                  <a:pt x="249107" y="2714"/>
                  <a:pt x="246573" y="180"/>
                  <a:pt x="243439" y="180"/>
                </a:cubicBezTo>
                <a:lnTo>
                  <a:pt x="198148" y="180"/>
                </a:lnTo>
                <a:cubicBezTo>
                  <a:pt x="195700" y="0"/>
                  <a:pt x="193414" y="1419"/>
                  <a:pt x="192490" y="3695"/>
                </a:cubicBezTo>
                <a:cubicBezTo>
                  <a:pt x="191538" y="5781"/>
                  <a:pt x="192043" y="8248"/>
                  <a:pt x="193738" y="9810"/>
                </a:cubicBezTo>
                <a:lnTo>
                  <a:pt x="205054" y="21126"/>
                </a:lnTo>
                <a:cubicBezTo>
                  <a:pt x="206140" y="22231"/>
                  <a:pt x="206140" y="23993"/>
                  <a:pt x="205054" y="25088"/>
                </a:cubicBezTo>
                <a:lnTo>
                  <a:pt x="169840" y="65293"/>
                </a:lnTo>
                <a:cubicBezTo>
                  <a:pt x="167535" y="67694"/>
                  <a:pt x="164068" y="68570"/>
                  <a:pt x="160896" y="67551"/>
                </a:cubicBezTo>
                <a:lnTo>
                  <a:pt x="118329" y="53063"/>
                </a:lnTo>
                <a:cubicBezTo>
                  <a:pt x="106241" y="48977"/>
                  <a:pt x="92906" y="51463"/>
                  <a:pt x="83105" y="59626"/>
                </a:cubicBezTo>
                <a:lnTo>
                  <a:pt x="24907" y="108203"/>
                </a:lnTo>
                <a:cubicBezTo>
                  <a:pt x="21964" y="110537"/>
                  <a:pt x="20059" y="113957"/>
                  <a:pt x="19640" y="117700"/>
                </a:cubicBezTo>
                <a:cubicBezTo>
                  <a:pt x="19211" y="121434"/>
                  <a:pt x="20297" y="125187"/>
                  <a:pt x="22650" y="128130"/>
                </a:cubicBezTo>
                <a:cubicBezTo>
                  <a:pt x="25422" y="131502"/>
                  <a:pt x="29603" y="133378"/>
                  <a:pt x="33966" y="133226"/>
                </a:cubicBezTo>
                <a:cubicBezTo>
                  <a:pt x="37280" y="133254"/>
                  <a:pt x="40500" y="132092"/>
                  <a:pt x="43024" y="129940"/>
                </a:cubicBezTo>
                <a:lnTo>
                  <a:pt x="101907" y="81372"/>
                </a:lnTo>
                <a:cubicBezTo>
                  <a:pt x="104155" y="79533"/>
                  <a:pt x="107194" y="78981"/>
                  <a:pt x="109947" y="79895"/>
                </a:cubicBezTo>
                <a:lnTo>
                  <a:pt x="152066" y="93935"/>
                </a:lnTo>
                <a:cubicBezTo>
                  <a:pt x="165773" y="98507"/>
                  <a:pt x="180889" y="94611"/>
                  <a:pt x="190680" y="83972"/>
                </a:cubicBezTo>
                <a:lnTo>
                  <a:pt x="226228" y="45472"/>
                </a:lnTo>
                <a:cubicBezTo>
                  <a:pt x="226656" y="45072"/>
                  <a:pt x="227152" y="44767"/>
                  <a:pt x="227704" y="44567"/>
                </a:cubicBezTo>
              </a:path>
            </a:pathLst>
          </a:custGeom>
          <a:solidFill>
            <a:srgbClr val="61ACA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46349" y="1839879"/>
            <a:ext cx="232962" cy="268547"/>
          </a:xfrm>
          <a:custGeom>
            <a:avLst/>
            <a:gdLst/>
            <a:ahLst/>
            <a:cxnLst/>
            <a:rect l="0" t="0" r="0" b="0"/>
            <a:pathLst>
              <a:path w="232962" h="268547">
                <a:moveTo>
                  <a:pt x="13068" y="20631"/>
                </a:moveTo>
                <a:cubicBezTo>
                  <a:pt x="30108" y="13839"/>
                  <a:pt x="65846" y="0"/>
                  <a:pt x="115376" y="0"/>
                </a:cubicBezTo>
                <a:cubicBezTo>
                  <a:pt x="164630" y="0"/>
                  <a:pt x="201577" y="12572"/>
                  <a:pt x="218293" y="20916"/>
                </a:cubicBezTo>
                <a:cubicBezTo>
                  <a:pt x="227695" y="25612"/>
                  <a:pt x="232962" y="34004"/>
                  <a:pt x="232962" y="43986"/>
                </a:cubicBezTo>
                <a:lnTo>
                  <a:pt x="232962" y="128597"/>
                </a:lnTo>
                <a:cubicBezTo>
                  <a:pt x="232962" y="186604"/>
                  <a:pt x="197405" y="238658"/>
                  <a:pt x="142970" y="259956"/>
                </a:cubicBezTo>
                <a:lnTo>
                  <a:pt x="131940" y="264356"/>
                </a:lnTo>
                <a:cubicBezTo>
                  <a:pt x="122091" y="268547"/>
                  <a:pt x="110880" y="268547"/>
                  <a:pt x="101022" y="264356"/>
                </a:cubicBezTo>
                <a:lnTo>
                  <a:pt x="90039" y="259965"/>
                </a:lnTo>
                <a:cubicBezTo>
                  <a:pt x="35775" y="238925"/>
                  <a:pt x="38" y="186756"/>
                  <a:pt x="0" y="128597"/>
                </a:cubicBezTo>
                <a:lnTo>
                  <a:pt x="0" y="43986"/>
                </a:lnTo>
                <a:cubicBezTo>
                  <a:pt x="0" y="34413"/>
                  <a:pt x="4800" y="26469"/>
                  <a:pt x="11153" y="21707"/>
                </a:cubicBezTo>
                <a:cubicBezTo>
                  <a:pt x="11744" y="21269"/>
                  <a:pt x="12392" y="20907"/>
                  <a:pt x="13068" y="20631"/>
                </a:cubicBezTo>
                <a:moveTo>
                  <a:pt x="116481" y="36385"/>
                </a:moveTo>
                <a:cubicBezTo>
                  <a:pt x="104260" y="36375"/>
                  <a:pt x="93811" y="45177"/>
                  <a:pt x="91744" y="57226"/>
                </a:cubicBezTo>
                <a:cubicBezTo>
                  <a:pt x="89677" y="69275"/>
                  <a:pt x="96602" y="81057"/>
                  <a:pt x="108127" y="85115"/>
                </a:cubicBezTo>
                <a:lnTo>
                  <a:pt x="108127" y="200786"/>
                </a:lnTo>
                <a:cubicBezTo>
                  <a:pt x="108127" y="205397"/>
                  <a:pt x="111871" y="209140"/>
                  <a:pt x="116481" y="209140"/>
                </a:cubicBezTo>
                <a:cubicBezTo>
                  <a:pt x="121100" y="209140"/>
                  <a:pt x="124834" y="205397"/>
                  <a:pt x="124834" y="200786"/>
                </a:cubicBezTo>
                <a:lnTo>
                  <a:pt x="124834" y="85115"/>
                </a:lnTo>
                <a:cubicBezTo>
                  <a:pt x="136350" y="81038"/>
                  <a:pt x="143265" y="69265"/>
                  <a:pt x="141198" y="57226"/>
                </a:cubicBezTo>
                <a:cubicBezTo>
                  <a:pt x="139131" y="45186"/>
                  <a:pt x="128701" y="36385"/>
                  <a:pt x="116481" y="36375"/>
                </a:cubicBezTo>
                <a:moveTo>
                  <a:pt x="44034" y="92116"/>
                </a:moveTo>
                <a:cubicBezTo>
                  <a:pt x="31280" y="92116"/>
                  <a:pt x="20554" y="101688"/>
                  <a:pt x="19116" y="114357"/>
                </a:cubicBezTo>
                <a:cubicBezTo>
                  <a:pt x="17668" y="127034"/>
                  <a:pt x="25974" y="138769"/>
                  <a:pt x="38404" y="141636"/>
                </a:cubicBezTo>
                <a:cubicBezTo>
                  <a:pt x="50834" y="144503"/>
                  <a:pt x="63426" y="137579"/>
                  <a:pt x="67684" y="125549"/>
                </a:cubicBezTo>
                <a:lnTo>
                  <a:pt x="69675" y="125549"/>
                </a:lnTo>
                <a:cubicBezTo>
                  <a:pt x="71113" y="125549"/>
                  <a:pt x="71666" y="126006"/>
                  <a:pt x="71837" y="126177"/>
                </a:cubicBezTo>
                <a:cubicBezTo>
                  <a:pt x="72009" y="126349"/>
                  <a:pt x="72456" y="126901"/>
                  <a:pt x="72456" y="128339"/>
                </a:cubicBezTo>
                <a:lnTo>
                  <a:pt x="72456" y="200796"/>
                </a:lnTo>
                <a:cubicBezTo>
                  <a:pt x="72456" y="205406"/>
                  <a:pt x="76200" y="209149"/>
                  <a:pt x="80819" y="209149"/>
                </a:cubicBezTo>
                <a:cubicBezTo>
                  <a:pt x="85429" y="209149"/>
                  <a:pt x="89173" y="205406"/>
                  <a:pt x="89173" y="200796"/>
                </a:cubicBezTo>
                <a:lnTo>
                  <a:pt x="89173" y="128339"/>
                </a:lnTo>
                <a:cubicBezTo>
                  <a:pt x="89173" y="123091"/>
                  <a:pt x="87391" y="118081"/>
                  <a:pt x="83658" y="114347"/>
                </a:cubicBezTo>
                <a:cubicBezTo>
                  <a:pt x="79933" y="110613"/>
                  <a:pt x="74914" y="108842"/>
                  <a:pt x="69675" y="108842"/>
                </a:cubicBezTo>
                <a:lnTo>
                  <a:pt x="67684" y="108842"/>
                </a:lnTo>
                <a:cubicBezTo>
                  <a:pt x="64131" y="98821"/>
                  <a:pt x="54663" y="92125"/>
                  <a:pt x="44034" y="92116"/>
                </a:cubicBezTo>
                <a:moveTo>
                  <a:pt x="188928" y="92116"/>
                </a:moveTo>
                <a:cubicBezTo>
                  <a:pt x="178012" y="92116"/>
                  <a:pt x="168725" y="99088"/>
                  <a:pt x="165287" y="108842"/>
                </a:cubicBezTo>
                <a:lnTo>
                  <a:pt x="164411" y="108842"/>
                </a:lnTo>
                <a:cubicBezTo>
                  <a:pt x="159172" y="108842"/>
                  <a:pt x="154143" y="110613"/>
                  <a:pt x="150418" y="114347"/>
                </a:cubicBezTo>
                <a:cubicBezTo>
                  <a:pt x="146685" y="118081"/>
                  <a:pt x="144903" y="123091"/>
                  <a:pt x="144903" y="128339"/>
                </a:cubicBezTo>
                <a:lnTo>
                  <a:pt x="144903" y="200796"/>
                </a:lnTo>
                <a:cubicBezTo>
                  <a:pt x="144903" y="205416"/>
                  <a:pt x="148647" y="209159"/>
                  <a:pt x="153266" y="209159"/>
                </a:cubicBezTo>
                <a:cubicBezTo>
                  <a:pt x="157886" y="209159"/>
                  <a:pt x="161629" y="205416"/>
                  <a:pt x="161629" y="200796"/>
                </a:cubicBezTo>
                <a:lnTo>
                  <a:pt x="161629" y="128339"/>
                </a:lnTo>
                <a:cubicBezTo>
                  <a:pt x="161629" y="126901"/>
                  <a:pt x="162077" y="126349"/>
                  <a:pt x="162239" y="126177"/>
                </a:cubicBezTo>
                <a:cubicBezTo>
                  <a:pt x="162410" y="125996"/>
                  <a:pt x="162963" y="125549"/>
                  <a:pt x="164411" y="125549"/>
                </a:cubicBezTo>
                <a:lnTo>
                  <a:pt x="165287" y="125549"/>
                </a:lnTo>
                <a:cubicBezTo>
                  <a:pt x="169525" y="137588"/>
                  <a:pt x="182137" y="144522"/>
                  <a:pt x="194576" y="141655"/>
                </a:cubicBezTo>
                <a:cubicBezTo>
                  <a:pt x="207016" y="138798"/>
                  <a:pt x="215322" y="127044"/>
                  <a:pt x="213874" y="114366"/>
                </a:cubicBezTo>
                <a:cubicBezTo>
                  <a:pt x="212426" y="101679"/>
                  <a:pt x="201691" y="92106"/>
                  <a:pt x="188928" y="92116"/>
                </a:cubicBezTo>
              </a:path>
            </a:pathLst>
          </a:custGeom>
          <a:solidFill>
            <a:srgbClr val="61ACA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358457" y="2560541"/>
            <a:ext cx="266109" cy="232829"/>
          </a:xfrm>
          <a:custGeom>
            <a:avLst/>
            <a:gdLst/>
            <a:ahLst/>
            <a:cxnLst/>
            <a:rect l="0" t="0" r="0" b="0"/>
            <a:pathLst>
              <a:path w="266109" h="232829">
                <a:moveTo>
                  <a:pt x="22183" y="44348"/>
                </a:moveTo>
                <a:cubicBezTo>
                  <a:pt x="9934" y="44348"/>
                  <a:pt x="0" y="34423"/>
                  <a:pt x="0" y="22174"/>
                </a:cubicBezTo>
                <a:cubicBezTo>
                  <a:pt x="0" y="9925"/>
                  <a:pt x="9934" y="0"/>
                  <a:pt x="22183" y="0"/>
                </a:cubicBezTo>
                <a:cubicBezTo>
                  <a:pt x="34423" y="9"/>
                  <a:pt x="44348" y="9934"/>
                  <a:pt x="44348" y="22174"/>
                </a:cubicBezTo>
                <a:cubicBezTo>
                  <a:pt x="44348" y="34413"/>
                  <a:pt x="34423" y="44338"/>
                  <a:pt x="22183" y="44348"/>
                </a:cubicBezTo>
                <a:moveTo>
                  <a:pt x="33280" y="232829"/>
                </a:moveTo>
                <a:cubicBezTo>
                  <a:pt x="21031" y="232829"/>
                  <a:pt x="11096" y="222904"/>
                  <a:pt x="11096" y="210654"/>
                </a:cubicBezTo>
                <a:cubicBezTo>
                  <a:pt x="11096" y="198405"/>
                  <a:pt x="21031" y="188480"/>
                  <a:pt x="33280" y="188490"/>
                </a:cubicBezTo>
                <a:cubicBezTo>
                  <a:pt x="45519" y="188490"/>
                  <a:pt x="55445" y="198415"/>
                  <a:pt x="55445" y="210654"/>
                </a:cubicBezTo>
                <a:cubicBezTo>
                  <a:pt x="55445" y="222894"/>
                  <a:pt x="45519" y="232819"/>
                  <a:pt x="33280" y="232829"/>
                </a:cubicBezTo>
                <a:moveTo>
                  <a:pt x="227285" y="232829"/>
                </a:moveTo>
                <a:cubicBezTo>
                  <a:pt x="215036" y="232829"/>
                  <a:pt x="205111" y="222904"/>
                  <a:pt x="205111" y="210654"/>
                </a:cubicBezTo>
                <a:cubicBezTo>
                  <a:pt x="205111" y="198405"/>
                  <a:pt x="215036" y="188480"/>
                  <a:pt x="227285" y="188490"/>
                </a:cubicBezTo>
                <a:cubicBezTo>
                  <a:pt x="239525" y="188490"/>
                  <a:pt x="249450" y="198415"/>
                  <a:pt x="249450" y="210654"/>
                </a:cubicBezTo>
                <a:cubicBezTo>
                  <a:pt x="249450" y="222894"/>
                  <a:pt x="239525" y="232819"/>
                  <a:pt x="227285" y="232829"/>
                </a:cubicBezTo>
                <a:moveTo>
                  <a:pt x="243925" y="66522"/>
                </a:moveTo>
                <a:cubicBezTo>
                  <a:pt x="231686" y="66522"/>
                  <a:pt x="221751" y="56597"/>
                  <a:pt x="221751" y="44348"/>
                </a:cubicBezTo>
                <a:cubicBezTo>
                  <a:pt x="221751" y="32099"/>
                  <a:pt x="231686" y="22174"/>
                  <a:pt x="243925" y="22174"/>
                </a:cubicBezTo>
                <a:cubicBezTo>
                  <a:pt x="256174" y="22174"/>
                  <a:pt x="266109" y="32099"/>
                  <a:pt x="266109" y="44348"/>
                </a:cubicBezTo>
                <a:cubicBezTo>
                  <a:pt x="266109" y="56597"/>
                  <a:pt x="256174" y="66522"/>
                  <a:pt x="243925" y="66522"/>
                </a:cubicBezTo>
                <a:moveTo>
                  <a:pt x="97897" y="19964"/>
                </a:moveTo>
                <a:cubicBezTo>
                  <a:pt x="107251" y="10696"/>
                  <a:pt x="119891" y="5514"/>
                  <a:pt x="133054" y="5543"/>
                </a:cubicBezTo>
                <a:cubicBezTo>
                  <a:pt x="160458" y="5486"/>
                  <a:pt x="182756" y="27584"/>
                  <a:pt x="182946" y="54987"/>
                </a:cubicBezTo>
                <a:lnTo>
                  <a:pt x="182946" y="63636"/>
                </a:lnTo>
                <a:lnTo>
                  <a:pt x="187156" y="63636"/>
                </a:lnTo>
                <a:cubicBezTo>
                  <a:pt x="191976" y="63636"/>
                  <a:pt x="196605" y="65570"/>
                  <a:pt x="199986" y="69018"/>
                </a:cubicBezTo>
                <a:cubicBezTo>
                  <a:pt x="203368" y="72456"/>
                  <a:pt x="205216" y="77114"/>
                  <a:pt x="205130" y="81934"/>
                </a:cubicBezTo>
                <a:lnTo>
                  <a:pt x="205130" y="110870"/>
                </a:lnTo>
                <a:lnTo>
                  <a:pt x="232848" y="110870"/>
                </a:lnTo>
                <a:lnTo>
                  <a:pt x="232848" y="88696"/>
                </a:lnTo>
                <a:cubicBezTo>
                  <a:pt x="232657" y="84620"/>
                  <a:pt x="234734" y="80762"/>
                  <a:pt x="238239" y="78666"/>
                </a:cubicBezTo>
                <a:cubicBezTo>
                  <a:pt x="241744" y="76571"/>
                  <a:pt x="246116" y="76571"/>
                  <a:pt x="249621" y="78666"/>
                </a:cubicBezTo>
                <a:cubicBezTo>
                  <a:pt x="253126" y="80762"/>
                  <a:pt x="255203" y="84620"/>
                  <a:pt x="255012" y="88696"/>
                </a:cubicBezTo>
                <a:lnTo>
                  <a:pt x="255012" y="110870"/>
                </a:lnTo>
                <a:cubicBezTo>
                  <a:pt x="255012" y="123110"/>
                  <a:pt x="245087" y="133035"/>
                  <a:pt x="232848" y="133035"/>
                </a:cubicBezTo>
                <a:lnTo>
                  <a:pt x="205130" y="133035"/>
                </a:lnTo>
                <a:lnTo>
                  <a:pt x="205130" y="144132"/>
                </a:lnTo>
                <a:lnTo>
                  <a:pt x="216207" y="144132"/>
                </a:lnTo>
                <a:cubicBezTo>
                  <a:pt x="228447" y="144132"/>
                  <a:pt x="238382" y="154066"/>
                  <a:pt x="238382" y="166306"/>
                </a:cubicBezTo>
                <a:cubicBezTo>
                  <a:pt x="238563" y="170383"/>
                  <a:pt x="236496" y="174231"/>
                  <a:pt x="232991" y="176326"/>
                </a:cubicBezTo>
                <a:cubicBezTo>
                  <a:pt x="229485" y="178422"/>
                  <a:pt x="225113" y="178422"/>
                  <a:pt x="221608" y="176326"/>
                </a:cubicBezTo>
                <a:cubicBezTo>
                  <a:pt x="218093" y="174231"/>
                  <a:pt x="216027" y="170383"/>
                  <a:pt x="216207" y="166306"/>
                </a:cubicBezTo>
                <a:lnTo>
                  <a:pt x="204616" y="166306"/>
                </a:lnTo>
                <a:cubicBezTo>
                  <a:pt x="202682" y="174374"/>
                  <a:pt x="195462" y="180070"/>
                  <a:pt x="187156" y="180060"/>
                </a:cubicBezTo>
                <a:lnTo>
                  <a:pt x="78952" y="180060"/>
                </a:lnTo>
                <a:cubicBezTo>
                  <a:pt x="69075" y="180060"/>
                  <a:pt x="61055" y="172088"/>
                  <a:pt x="60998" y="162201"/>
                </a:cubicBezTo>
                <a:lnTo>
                  <a:pt x="60998" y="155219"/>
                </a:lnTo>
                <a:lnTo>
                  <a:pt x="44348" y="155219"/>
                </a:lnTo>
                <a:lnTo>
                  <a:pt x="44348" y="166316"/>
                </a:lnTo>
                <a:cubicBezTo>
                  <a:pt x="44538" y="170392"/>
                  <a:pt x="42462" y="174250"/>
                  <a:pt x="38957" y="176345"/>
                </a:cubicBezTo>
                <a:cubicBezTo>
                  <a:pt x="35452" y="178441"/>
                  <a:pt x="31080" y="178441"/>
                  <a:pt x="27574" y="176345"/>
                </a:cubicBezTo>
                <a:cubicBezTo>
                  <a:pt x="24069" y="174250"/>
                  <a:pt x="21993" y="170392"/>
                  <a:pt x="22183" y="166316"/>
                </a:cubicBezTo>
                <a:lnTo>
                  <a:pt x="22183" y="155219"/>
                </a:lnTo>
                <a:cubicBezTo>
                  <a:pt x="22183" y="142979"/>
                  <a:pt x="32108" y="133045"/>
                  <a:pt x="44367" y="133045"/>
                </a:cubicBezTo>
                <a:lnTo>
                  <a:pt x="60998" y="133045"/>
                </a:lnTo>
                <a:lnTo>
                  <a:pt x="60998" y="110870"/>
                </a:lnTo>
                <a:lnTo>
                  <a:pt x="33280" y="110870"/>
                </a:lnTo>
                <a:cubicBezTo>
                  <a:pt x="27393" y="110870"/>
                  <a:pt x="21755" y="108537"/>
                  <a:pt x="17592" y="104374"/>
                </a:cubicBezTo>
                <a:cubicBezTo>
                  <a:pt x="13430" y="100212"/>
                  <a:pt x="11096" y="94573"/>
                  <a:pt x="11096" y="88687"/>
                </a:cubicBezTo>
                <a:lnTo>
                  <a:pt x="11096" y="66522"/>
                </a:lnTo>
                <a:cubicBezTo>
                  <a:pt x="10963" y="62484"/>
                  <a:pt x="13049" y="58683"/>
                  <a:pt x="16535" y="56626"/>
                </a:cubicBezTo>
                <a:cubicBezTo>
                  <a:pt x="20021" y="54559"/>
                  <a:pt x="24355" y="54559"/>
                  <a:pt x="27841" y="56626"/>
                </a:cubicBezTo>
                <a:cubicBezTo>
                  <a:pt x="31318" y="58683"/>
                  <a:pt x="33404" y="62484"/>
                  <a:pt x="33280" y="66522"/>
                </a:cubicBezTo>
                <a:lnTo>
                  <a:pt x="33280" y="88696"/>
                </a:lnTo>
                <a:lnTo>
                  <a:pt x="60998" y="88696"/>
                </a:lnTo>
                <a:lnTo>
                  <a:pt x="60998" y="81934"/>
                </a:lnTo>
                <a:cubicBezTo>
                  <a:pt x="60902" y="77114"/>
                  <a:pt x="62760" y="72456"/>
                  <a:pt x="66132" y="69018"/>
                </a:cubicBezTo>
                <a:cubicBezTo>
                  <a:pt x="69513" y="65579"/>
                  <a:pt x="74133" y="63636"/>
                  <a:pt x="78952" y="63636"/>
                </a:cubicBezTo>
                <a:lnTo>
                  <a:pt x="83162" y="63636"/>
                </a:lnTo>
                <a:lnTo>
                  <a:pt x="83162" y="54987"/>
                </a:lnTo>
                <a:cubicBezTo>
                  <a:pt x="83258" y="41824"/>
                  <a:pt x="88553" y="29232"/>
                  <a:pt x="97897" y="19964"/>
                </a:cubicBezTo>
                <a:moveTo>
                  <a:pt x="113452" y="35404"/>
                </a:moveTo>
                <a:cubicBezTo>
                  <a:pt x="108261" y="40595"/>
                  <a:pt x="105336" y="47644"/>
                  <a:pt x="105336" y="54987"/>
                </a:cubicBezTo>
                <a:lnTo>
                  <a:pt x="105336" y="63636"/>
                </a:lnTo>
                <a:lnTo>
                  <a:pt x="160772" y="63636"/>
                </a:lnTo>
                <a:lnTo>
                  <a:pt x="160772" y="54987"/>
                </a:lnTo>
                <a:cubicBezTo>
                  <a:pt x="160772" y="43776"/>
                  <a:pt x="154019" y="33680"/>
                  <a:pt x="143656" y="29384"/>
                </a:cubicBezTo>
                <a:cubicBezTo>
                  <a:pt x="133302" y="25098"/>
                  <a:pt x="121377" y="27470"/>
                  <a:pt x="113452" y="35404"/>
                </a:cubicBezTo>
                <a:moveTo>
                  <a:pt x="123815" y="127368"/>
                </a:moveTo>
                <a:cubicBezTo>
                  <a:pt x="128758" y="130702"/>
                  <a:pt x="135102" y="131130"/>
                  <a:pt x="140455" y="128501"/>
                </a:cubicBezTo>
                <a:cubicBezTo>
                  <a:pt x="145799" y="125872"/>
                  <a:pt x="149332" y="120586"/>
                  <a:pt x="149713" y="114633"/>
                </a:cubicBezTo>
                <a:cubicBezTo>
                  <a:pt x="150094" y="108689"/>
                  <a:pt x="147266" y="102993"/>
                  <a:pt x="142293" y="99698"/>
                </a:cubicBezTo>
                <a:cubicBezTo>
                  <a:pt x="134654" y="94649"/>
                  <a:pt x="124377" y="96716"/>
                  <a:pt x="119281" y="104336"/>
                </a:cubicBezTo>
                <a:cubicBezTo>
                  <a:pt x="114195" y="111947"/>
                  <a:pt x="116224" y="122243"/>
                  <a:pt x="123815" y="127368"/>
                </a:cubicBezTo>
              </a:path>
            </a:pathLst>
          </a:custGeom>
          <a:solidFill>
            <a:srgbClr val="61ACA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670804" y="2541082"/>
            <a:ext cx="181165" cy="271748"/>
          </a:xfrm>
          <a:custGeom>
            <a:avLst/>
            <a:gdLst/>
            <a:ahLst/>
            <a:cxnLst/>
            <a:rect l="0" t="0" r="0" b="0"/>
            <a:pathLst>
              <a:path w="181165" h="271748">
                <a:moveTo>
                  <a:pt x="147199" y="0"/>
                </a:moveTo>
                <a:lnTo>
                  <a:pt x="33966" y="0"/>
                </a:lnTo>
                <a:cubicBezTo>
                  <a:pt x="15211" y="0"/>
                  <a:pt x="0" y="15211"/>
                  <a:pt x="0" y="33966"/>
                </a:cubicBezTo>
                <a:lnTo>
                  <a:pt x="0" y="237782"/>
                </a:lnTo>
                <a:cubicBezTo>
                  <a:pt x="0" y="256546"/>
                  <a:pt x="15211" y="271748"/>
                  <a:pt x="33966" y="271748"/>
                </a:cubicBezTo>
                <a:lnTo>
                  <a:pt x="147199" y="271748"/>
                </a:lnTo>
                <a:cubicBezTo>
                  <a:pt x="165954" y="271748"/>
                  <a:pt x="181165" y="256546"/>
                  <a:pt x="181165" y="237782"/>
                </a:cubicBezTo>
                <a:lnTo>
                  <a:pt x="181165" y="33966"/>
                </a:lnTo>
                <a:cubicBezTo>
                  <a:pt x="181165" y="15211"/>
                  <a:pt x="165954" y="0"/>
                  <a:pt x="147199" y="0"/>
                </a:cubicBezTo>
                <a:moveTo>
                  <a:pt x="158524" y="215131"/>
                </a:moveTo>
                <a:cubicBezTo>
                  <a:pt x="158524" y="218265"/>
                  <a:pt x="155990" y="220799"/>
                  <a:pt x="152857" y="220799"/>
                </a:cubicBezTo>
                <a:lnTo>
                  <a:pt x="28308" y="220799"/>
                </a:lnTo>
                <a:cubicBezTo>
                  <a:pt x="25184" y="220799"/>
                  <a:pt x="22650" y="218265"/>
                  <a:pt x="22650" y="215131"/>
                </a:cubicBezTo>
                <a:lnTo>
                  <a:pt x="22650" y="39633"/>
                </a:lnTo>
                <a:cubicBezTo>
                  <a:pt x="22650" y="36499"/>
                  <a:pt x="25184" y="33966"/>
                  <a:pt x="28308" y="33966"/>
                </a:cubicBezTo>
                <a:lnTo>
                  <a:pt x="152857" y="33966"/>
                </a:lnTo>
                <a:cubicBezTo>
                  <a:pt x="155990" y="33966"/>
                  <a:pt x="158524" y="36499"/>
                  <a:pt x="158524" y="39633"/>
                </a:cubicBezTo>
                <a:lnTo>
                  <a:pt x="158524" y="215131"/>
                </a:lnTo>
                <a:moveTo>
                  <a:pt x="96240" y="152857"/>
                </a:moveTo>
                <a:lnTo>
                  <a:pt x="50949" y="152857"/>
                </a:lnTo>
                <a:cubicBezTo>
                  <a:pt x="44700" y="152857"/>
                  <a:pt x="39633" y="157924"/>
                  <a:pt x="39633" y="164182"/>
                </a:cubicBezTo>
                <a:cubicBezTo>
                  <a:pt x="39633" y="170440"/>
                  <a:pt x="44700" y="175507"/>
                  <a:pt x="50949" y="175507"/>
                </a:cubicBezTo>
                <a:lnTo>
                  <a:pt x="96240" y="175507"/>
                </a:lnTo>
                <a:cubicBezTo>
                  <a:pt x="102498" y="175507"/>
                  <a:pt x="107565" y="170440"/>
                  <a:pt x="107565" y="164182"/>
                </a:cubicBezTo>
                <a:cubicBezTo>
                  <a:pt x="107565" y="157924"/>
                  <a:pt x="102498" y="152857"/>
                  <a:pt x="96240" y="152857"/>
                </a:cubicBezTo>
                <a:moveTo>
                  <a:pt x="130216" y="107565"/>
                </a:moveTo>
                <a:lnTo>
                  <a:pt x="50949" y="107565"/>
                </a:lnTo>
                <a:cubicBezTo>
                  <a:pt x="44700" y="107565"/>
                  <a:pt x="39633" y="112633"/>
                  <a:pt x="39633" y="118891"/>
                </a:cubicBezTo>
                <a:cubicBezTo>
                  <a:pt x="39633" y="125139"/>
                  <a:pt x="44700" y="130216"/>
                  <a:pt x="50949" y="130216"/>
                </a:cubicBezTo>
                <a:lnTo>
                  <a:pt x="130216" y="130216"/>
                </a:lnTo>
                <a:cubicBezTo>
                  <a:pt x="136464" y="130216"/>
                  <a:pt x="141541" y="125139"/>
                  <a:pt x="141541" y="118891"/>
                </a:cubicBezTo>
                <a:cubicBezTo>
                  <a:pt x="141541" y="112633"/>
                  <a:pt x="136464" y="107565"/>
                  <a:pt x="130216" y="107565"/>
                </a:cubicBezTo>
                <a:moveTo>
                  <a:pt x="130216" y="62274"/>
                </a:moveTo>
                <a:lnTo>
                  <a:pt x="50949" y="62274"/>
                </a:lnTo>
                <a:cubicBezTo>
                  <a:pt x="44700" y="62274"/>
                  <a:pt x="39633" y="67341"/>
                  <a:pt x="39633" y="73599"/>
                </a:cubicBezTo>
                <a:cubicBezTo>
                  <a:pt x="39633" y="79848"/>
                  <a:pt x="44700" y="84924"/>
                  <a:pt x="50949" y="84924"/>
                </a:cubicBezTo>
                <a:lnTo>
                  <a:pt x="130216" y="84924"/>
                </a:lnTo>
                <a:cubicBezTo>
                  <a:pt x="136464" y="84924"/>
                  <a:pt x="141541" y="79848"/>
                  <a:pt x="141541" y="73599"/>
                </a:cubicBezTo>
                <a:cubicBezTo>
                  <a:pt x="141541" y="67341"/>
                  <a:pt x="136464" y="62274"/>
                  <a:pt x="130216" y="62274"/>
                </a:cubicBezTo>
              </a:path>
            </a:pathLst>
          </a:custGeom>
          <a:solidFill>
            <a:srgbClr val="61ACA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860149" y="2541082"/>
            <a:ext cx="271748" cy="271748"/>
          </a:xfrm>
          <a:custGeom>
            <a:avLst/>
            <a:gdLst/>
            <a:ahLst/>
            <a:cxnLst/>
            <a:rect l="0" t="0" r="0" b="0"/>
            <a:pathLst>
              <a:path w="271748" h="271748">
                <a:moveTo>
                  <a:pt x="33289" y="271748"/>
                </a:moveTo>
                <a:lnTo>
                  <a:pt x="238458" y="271748"/>
                </a:lnTo>
                <a:cubicBezTo>
                  <a:pt x="256841" y="271748"/>
                  <a:pt x="271748" y="256841"/>
                  <a:pt x="271748" y="238458"/>
                </a:cubicBezTo>
                <a:lnTo>
                  <a:pt x="271748" y="33289"/>
                </a:lnTo>
                <a:cubicBezTo>
                  <a:pt x="271748" y="14906"/>
                  <a:pt x="256841" y="0"/>
                  <a:pt x="238458" y="0"/>
                </a:cubicBezTo>
                <a:lnTo>
                  <a:pt x="33289" y="0"/>
                </a:lnTo>
                <a:cubicBezTo>
                  <a:pt x="14906" y="0"/>
                  <a:pt x="0" y="14906"/>
                  <a:pt x="0" y="33289"/>
                </a:cubicBezTo>
                <a:lnTo>
                  <a:pt x="0" y="238458"/>
                </a:lnTo>
                <a:cubicBezTo>
                  <a:pt x="0" y="256841"/>
                  <a:pt x="14906" y="271748"/>
                  <a:pt x="33289" y="271748"/>
                </a:cubicBezTo>
                <a:moveTo>
                  <a:pt x="238458" y="249107"/>
                </a:moveTo>
                <a:lnTo>
                  <a:pt x="33289" y="249107"/>
                </a:lnTo>
                <a:cubicBezTo>
                  <a:pt x="27031" y="249107"/>
                  <a:pt x="21964" y="244030"/>
                  <a:pt x="21964" y="237782"/>
                </a:cubicBezTo>
                <a:lnTo>
                  <a:pt x="21964" y="33966"/>
                </a:lnTo>
                <a:cubicBezTo>
                  <a:pt x="21964" y="30841"/>
                  <a:pt x="23250" y="27860"/>
                  <a:pt x="25517" y="25707"/>
                </a:cubicBezTo>
                <a:cubicBezTo>
                  <a:pt x="27793" y="23564"/>
                  <a:pt x="30851" y="22459"/>
                  <a:pt x="33966" y="22650"/>
                </a:cubicBezTo>
                <a:lnTo>
                  <a:pt x="237782" y="22650"/>
                </a:lnTo>
                <a:cubicBezTo>
                  <a:pt x="244030" y="22650"/>
                  <a:pt x="249107" y="27717"/>
                  <a:pt x="249107" y="33966"/>
                </a:cubicBezTo>
                <a:lnTo>
                  <a:pt x="249107" y="238458"/>
                </a:lnTo>
                <a:cubicBezTo>
                  <a:pt x="248773" y="244192"/>
                  <a:pt x="244192" y="248773"/>
                  <a:pt x="238458" y="249107"/>
                </a:cubicBezTo>
                <a:moveTo>
                  <a:pt x="213321" y="176526"/>
                </a:moveTo>
                <a:lnTo>
                  <a:pt x="189880" y="197243"/>
                </a:lnTo>
                <a:cubicBezTo>
                  <a:pt x="188871" y="198100"/>
                  <a:pt x="187385" y="198100"/>
                  <a:pt x="186375" y="197243"/>
                </a:cubicBezTo>
                <a:lnTo>
                  <a:pt x="170859" y="185918"/>
                </a:lnTo>
                <a:cubicBezTo>
                  <a:pt x="167258" y="183375"/>
                  <a:pt x="162934" y="182060"/>
                  <a:pt x="158524" y="182184"/>
                </a:cubicBezTo>
                <a:cubicBezTo>
                  <a:pt x="153838" y="182203"/>
                  <a:pt x="149332" y="183937"/>
                  <a:pt x="145837" y="187051"/>
                </a:cubicBezTo>
                <a:lnTo>
                  <a:pt x="117309" y="212302"/>
                </a:lnTo>
                <a:cubicBezTo>
                  <a:pt x="112652" y="216465"/>
                  <a:pt x="112252" y="223608"/>
                  <a:pt x="116395" y="228266"/>
                </a:cubicBezTo>
                <a:cubicBezTo>
                  <a:pt x="118519" y="230685"/>
                  <a:pt x="121567" y="232086"/>
                  <a:pt x="124777" y="232124"/>
                </a:cubicBezTo>
                <a:cubicBezTo>
                  <a:pt x="127568" y="232143"/>
                  <a:pt x="130273" y="231133"/>
                  <a:pt x="132368" y="229285"/>
                </a:cubicBezTo>
                <a:lnTo>
                  <a:pt x="157619" y="206644"/>
                </a:lnTo>
                <a:cubicBezTo>
                  <a:pt x="158676" y="205816"/>
                  <a:pt x="160172" y="205816"/>
                  <a:pt x="161239" y="206644"/>
                </a:cubicBezTo>
                <a:lnTo>
                  <a:pt x="176641" y="217970"/>
                </a:lnTo>
                <a:cubicBezTo>
                  <a:pt x="180393" y="220646"/>
                  <a:pt x="184937" y="222008"/>
                  <a:pt x="189547" y="221818"/>
                </a:cubicBezTo>
                <a:cubicBezTo>
                  <a:pt x="194214" y="221761"/>
                  <a:pt x="198720" y="220027"/>
                  <a:pt x="202225" y="216950"/>
                </a:cubicBezTo>
                <a:lnTo>
                  <a:pt x="228723" y="193395"/>
                </a:lnTo>
                <a:cubicBezTo>
                  <a:pt x="231962" y="190785"/>
                  <a:pt x="233514" y="186604"/>
                  <a:pt x="232752" y="182508"/>
                </a:cubicBezTo>
                <a:cubicBezTo>
                  <a:pt x="231990" y="178422"/>
                  <a:pt x="229047" y="175069"/>
                  <a:pt x="225085" y="173793"/>
                </a:cubicBezTo>
                <a:cubicBezTo>
                  <a:pt x="221122" y="172526"/>
                  <a:pt x="216779" y="173526"/>
                  <a:pt x="213779" y="176412"/>
                </a:cubicBezTo>
                <a:moveTo>
                  <a:pt x="162258" y="114585"/>
                </a:moveTo>
                <a:cubicBezTo>
                  <a:pt x="161867" y="114033"/>
                  <a:pt x="161239" y="113699"/>
                  <a:pt x="160562" y="113680"/>
                </a:cubicBezTo>
                <a:lnTo>
                  <a:pt x="114471" y="110061"/>
                </a:lnTo>
                <a:cubicBezTo>
                  <a:pt x="113718" y="110023"/>
                  <a:pt x="112976" y="110309"/>
                  <a:pt x="112433" y="110851"/>
                </a:cubicBezTo>
                <a:cubicBezTo>
                  <a:pt x="112109" y="111528"/>
                  <a:pt x="112109" y="112318"/>
                  <a:pt x="112433" y="113004"/>
                </a:cubicBezTo>
                <a:lnTo>
                  <a:pt x="122396" y="158295"/>
                </a:lnTo>
                <a:cubicBezTo>
                  <a:pt x="122577" y="158972"/>
                  <a:pt x="123024" y="159553"/>
                  <a:pt x="123644" y="159877"/>
                </a:cubicBezTo>
                <a:cubicBezTo>
                  <a:pt x="124291" y="160172"/>
                  <a:pt x="125034" y="160172"/>
                  <a:pt x="125682" y="159877"/>
                </a:cubicBezTo>
                <a:cubicBezTo>
                  <a:pt x="144408" y="152419"/>
                  <a:pt x="158343" y="136331"/>
                  <a:pt x="163048" y="116738"/>
                </a:cubicBezTo>
                <a:cubicBezTo>
                  <a:pt x="163220" y="115928"/>
                  <a:pt x="162915" y="115090"/>
                  <a:pt x="162258" y="114585"/>
                </a:cubicBezTo>
                <a:moveTo>
                  <a:pt x="81638" y="43138"/>
                </a:moveTo>
                <a:cubicBezTo>
                  <a:pt x="80962" y="43338"/>
                  <a:pt x="80419" y="43843"/>
                  <a:pt x="80162" y="44500"/>
                </a:cubicBezTo>
                <a:cubicBezTo>
                  <a:pt x="79876" y="45148"/>
                  <a:pt x="79876" y="45891"/>
                  <a:pt x="80162" y="46539"/>
                </a:cubicBezTo>
                <a:lnTo>
                  <a:pt x="105984" y="93868"/>
                </a:lnTo>
                <a:cubicBezTo>
                  <a:pt x="106308" y="94640"/>
                  <a:pt x="107070" y="95135"/>
                  <a:pt x="107908" y="95116"/>
                </a:cubicBezTo>
                <a:lnTo>
                  <a:pt x="161582" y="99298"/>
                </a:lnTo>
                <a:cubicBezTo>
                  <a:pt x="162286" y="99364"/>
                  <a:pt x="162991" y="99117"/>
                  <a:pt x="163506" y="98621"/>
                </a:cubicBezTo>
                <a:cubicBezTo>
                  <a:pt x="163963" y="98088"/>
                  <a:pt x="164201" y="97402"/>
                  <a:pt x="164182" y="96697"/>
                </a:cubicBezTo>
                <a:cubicBezTo>
                  <a:pt x="162601" y="77504"/>
                  <a:pt x="152219" y="60131"/>
                  <a:pt x="136064" y="49644"/>
                </a:cubicBezTo>
                <a:cubicBezTo>
                  <a:pt x="119910" y="39166"/>
                  <a:pt x="99812" y="36756"/>
                  <a:pt x="81638" y="43138"/>
                </a:cubicBezTo>
                <a:moveTo>
                  <a:pt x="66122" y="52197"/>
                </a:moveTo>
                <a:cubicBezTo>
                  <a:pt x="65474" y="51920"/>
                  <a:pt x="64741" y="51920"/>
                  <a:pt x="64084" y="52197"/>
                </a:cubicBezTo>
                <a:cubicBezTo>
                  <a:pt x="42672" y="68360"/>
                  <a:pt x="34013" y="96412"/>
                  <a:pt x="42605" y="121834"/>
                </a:cubicBezTo>
                <a:cubicBezTo>
                  <a:pt x="51187" y="147246"/>
                  <a:pt x="75076" y="164315"/>
                  <a:pt x="101907" y="164182"/>
                </a:cubicBezTo>
                <a:lnTo>
                  <a:pt x="105527" y="164182"/>
                </a:lnTo>
                <a:cubicBezTo>
                  <a:pt x="106241" y="164163"/>
                  <a:pt x="106899" y="163829"/>
                  <a:pt x="107337" y="163277"/>
                </a:cubicBezTo>
                <a:cubicBezTo>
                  <a:pt x="107613" y="162629"/>
                  <a:pt x="107613" y="161886"/>
                  <a:pt x="107337" y="161239"/>
                </a:cubicBezTo>
                <a:lnTo>
                  <a:pt x="94888" y="104622"/>
                </a:lnTo>
                <a:lnTo>
                  <a:pt x="67941" y="53330"/>
                </a:lnTo>
                <a:cubicBezTo>
                  <a:pt x="67551" y="52692"/>
                  <a:pt x="66875" y="52263"/>
                  <a:pt x="66122" y="52197"/>
                </a:cubicBezTo>
                <a:moveTo>
                  <a:pt x="198148" y="62274"/>
                </a:moveTo>
                <a:cubicBezTo>
                  <a:pt x="198148" y="68532"/>
                  <a:pt x="203215" y="73599"/>
                  <a:pt x="209473" y="73599"/>
                </a:cubicBezTo>
                <a:cubicBezTo>
                  <a:pt x="215731" y="73599"/>
                  <a:pt x="220799" y="68532"/>
                  <a:pt x="220799" y="62274"/>
                </a:cubicBezTo>
                <a:cubicBezTo>
                  <a:pt x="220799" y="56026"/>
                  <a:pt x="215731" y="50949"/>
                  <a:pt x="209473" y="50949"/>
                </a:cubicBezTo>
                <a:cubicBezTo>
                  <a:pt x="203215" y="50949"/>
                  <a:pt x="198148" y="56026"/>
                  <a:pt x="198148" y="62274"/>
                </a:cubicBezTo>
                <a:moveTo>
                  <a:pt x="198148" y="96240"/>
                </a:moveTo>
                <a:cubicBezTo>
                  <a:pt x="198148" y="102498"/>
                  <a:pt x="203215" y="107565"/>
                  <a:pt x="209473" y="107565"/>
                </a:cubicBezTo>
                <a:cubicBezTo>
                  <a:pt x="215731" y="107565"/>
                  <a:pt x="220799" y="102498"/>
                  <a:pt x="220799" y="96240"/>
                </a:cubicBezTo>
                <a:cubicBezTo>
                  <a:pt x="220799" y="89992"/>
                  <a:pt x="215731" y="84924"/>
                  <a:pt x="209473" y="84924"/>
                </a:cubicBezTo>
                <a:cubicBezTo>
                  <a:pt x="203215" y="84924"/>
                  <a:pt x="198148" y="89992"/>
                  <a:pt x="198148" y="96240"/>
                </a:cubicBezTo>
                <a:moveTo>
                  <a:pt x="198148" y="130216"/>
                </a:moveTo>
                <a:cubicBezTo>
                  <a:pt x="198148" y="136464"/>
                  <a:pt x="203215" y="141531"/>
                  <a:pt x="209473" y="141531"/>
                </a:cubicBezTo>
                <a:cubicBezTo>
                  <a:pt x="215731" y="141531"/>
                  <a:pt x="220799" y="136464"/>
                  <a:pt x="220799" y="130216"/>
                </a:cubicBezTo>
                <a:cubicBezTo>
                  <a:pt x="220799" y="123958"/>
                  <a:pt x="215731" y="118891"/>
                  <a:pt x="209473" y="118891"/>
                </a:cubicBezTo>
                <a:cubicBezTo>
                  <a:pt x="203215" y="118891"/>
                  <a:pt x="198148" y="123958"/>
                  <a:pt x="198148" y="130216"/>
                </a:cubicBezTo>
              </a:path>
            </a:pathLst>
          </a:custGeom>
          <a:solidFill>
            <a:srgbClr val="61ACA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1" name="Group 30"/>
          <p:cNvGrpSpPr/>
          <p:nvPr/>
        </p:nvGrpSpPr>
        <p:grpSpPr>
          <a:xfrm>
            <a:off x="563652" y="2538975"/>
            <a:ext cx="1198368" cy="256754"/>
            <a:chOff x="563652" y="2538975"/>
            <a:chExt cx="1198368" cy="256754"/>
          </a:xfrm>
        </p:grpSpPr>
        <p:sp>
          <p:nvSpPr>
            <p:cNvPr id="29" name="TextBox 28"/>
            <p:cNvSpPr txBox="1"/>
            <p:nvPr/>
          </p:nvSpPr>
          <p:spPr>
            <a:xfrm>
              <a:off x="473775" y="2538975"/>
              <a:ext cx="1378123" cy="1283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584053"/>
                  </a:solidFill>
                  <a:latin typeface="Montserrat"/>
                </a:rPr>
                <a:t>100% ringfenced code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73775" y="2667372"/>
              <a:ext cx="1378123" cy="1283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584053"/>
                  </a:solidFill>
                  <a:latin typeface="Montserrat"/>
                </a:rPr>
                <a:t>and algorithms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816303" y="2177447"/>
            <a:ext cx="693067" cy="293549"/>
            <a:chOff x="816303" y="2177447"/>
            <a:chExt cx="693067" cy="293549"/>
          </a:xfrm>
        </p:grpSpPr>
        <p:sp>
          <p:nvSpPr>
            <p:cNvPr id="32" name="TextBox 31"/>
            <p:cNvSpPr txBox="1"/>
            <p:nvPr/>
          </p:nvSpPr>
          <p:spPr>
            <a:xfrm>
              <a:off x="764323" y="2177447"/>
              <a:ext cx="797027" cy="1467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584053"/>
                  </a:solidFill>
                  <a:latin typeface="Montserrat"/>
                </a:rPr>
                <a:t>Startup IP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64323" y="2324227"/>
              <a:ext cx="797027" cy="1467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584053"/>
                  </a:solidFill>
                  <a:latin typeface="Montserrat"/>
                </a:rPr>
                <a:t>Protection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5086506" y="2880769"/>
            <a:ext cx="1349775" cy="1467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1">
                <a:solidFill>
                  <a:srgbClr val="584053"/>
                </a:solidFill>
                <a:latin typeface="Montserrat"/>
              </a:rPr>
              <a:t>Civic Engagement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2539" y="2880769"/>
            <a:ext cx="1186970" cy="1467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1">
                <a:solidFill>
                  <a:srgbClr val="584053"/>
                </a:solidFill>
                <a:latin typeface="Montserrat"/>
              </a:rPr>
              <a:t>Govt 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3522" y="371474"/>
            <a:ext cx="8796956" cy="3600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700" b="1">
                <a:solidFill>
                  <a:srgbClr val="584053"/>
                </a:solidFill>
                <a:latin typeface="Montserrat"/>
              </a:rPr>
              <a:t>M-NDA &amp; Civic Shorts Procurement Flow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2869949" y="3095549"/>
            <a:ext cx="1243136" cy="385104"/>
            <a:chOff x="2869949" y="3095549"/>
            <a:chExt cx="1243136" cy="385104"/>
          </a:xfrm>
        </p:grpSpPr>
        <p:sp>
          <p:nvSpPr>
            <p:cNvPr id="38" name="TextBox 37"/>
            <p:cNvSpPr txBox="1"/>
            <p:nvPr/>
          </p:nvSpPr>
          <p:spPr>
            <a:xfrm>
              <a:off x="2776714" y="3095549"/>
              <a:ext cx="1429606" cy="1283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584053"/>
                  </a:solidFill>
                  <a:latin typeface="Montserrat"/>
                </a:rPr>
                <a:t>SHA-256 cryptographic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776714" y="3223946"/>
              <a:ext cx="1429606" cy="1283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584053"/>
                  </a:solidFill>
                  <a:latin typeface="Montserrat"/>
                </a:rPr>
                <a:t>hash and dual e-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776714" y="3352247"/>
              <a:ext cx="1429606" cy="128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584053"/>
                  </a:solidFill>
                  <a:latin typeface="Montserrat"/>
                </a:rPr>
                <a:t>signatures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5229541" y="3095549"/>
            <a:ext cx="1063704" cy="385104"/>
            <a:chOff x="5229541" y="3095549"/>
            <a:chExt cx="1063704" cy="385104"/>
          </a:xfrm>
        </p:grpSpPr>
        <p:sp>
          <p:nvSpPr>
            <p:cNvPr id="42" name="TextBox 41"/>
            <p:cNvSpPr txBox="1"/>
            <p:nvPr/>
          </p:nvSpPr>
          <p:spPr>
            <a:xfrm>
              <a:off x="5149764" y="3095549"/>
              <a:ext cx="1223259" cy="1283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584053"/>
                  </a:solidFill>
                  <a:latin typeface="Montserrat"/>
                </a:rPr>
                <a:t>Reels-style feed for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149764" y="3223946"/>
              <a:ext cx="1223259" cy="1283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584053"/>
                  </a:solidFill>
                  <a:latin typeface="Montserrat"/>
                </a:rPr>
                <a:t>citizen upvotes and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149764" y="3352247"/>
              <a:ext cx="1223259" cy="128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584053"/>
                  </a:solidFill>
                  <a:latin typeface="Montserrat"/>
                </a:rPr>
                <a:t>startup pitches</a:t>
              </a: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7408092" y="3095549"/>
            <a:ext cx="1175861" cy="385104"/>
            <a:chOff x="7408092" y="3095549"/>
            <a:chExt cx="1175861" cy="385104"/>
          </a:xfrm>
        </p:grpSpPr>
        <p:sp>
          <p:nvSpPr>
            <p:cNvPr id="46" name="TextBox 45"/>
            <p:cNvSpPr txBox="1"/>
            <p:nvPr/>
          </p:nvSpPr>
          <p:spPr>
            <a:xfrm>
              <a:off x="7319903" y="3095549"/>
              <a:ext cx="1352240" cy="1283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584053"/>
                  </a:solidFill>
                  <a:latin typeface="Montserrat"/>
                </a:rPr>
                <a:t>Direct push of urgent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319903" y="3223946"/>
              <a:ext cx="1352240" cy="1283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584053"/>
                  </a:solidFill>
                  <a:latin typeface="Montserrat"/>
                </a:rPr>
                <a:t>civic problems to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319903" y="3352247"/>
              <a:ext cx="1352240" cy="128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584053"/>
                  </a:solidFill>
                  <a:latin typeface="Montserrat"/>
                </a:rPr>
                <a:t>officers</a:t>
              </a: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469510" y="3565737"/>
            <a:ext cx="1432201" cy="1467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1">
                <a:solidFill>
                  <a:srgbClr val="584053"/>
                </a:solidFill>
                <a:latin typeface="Montserrat"/>
              </a:rPr>
              <a:t>Manufacturer Scale</a:t>
            </a:r>
          </a:p>
        </p:txBody>
      </p:sp>
      <p:grpSp>
        <p:nvGrpSpPr>
          <p:cNvPr id="53" name="Group 52"/>
          <p:cNvGrpSpPr/>
          <p:nvPr/>
        </p:nvGrpSpPr>
        <p:grpSpPr>
          <a:xfrm>
            <a:off x="644886" y="3780462"/>
            <a:ext cx="1081439" cy="256754"/>
            <a:chOff x="644886" y="3780462"/>
            <a:chExt cx="1081439" cy="256754"/>
          </a:xfrm>
        </p:grpSpPr>
        <p:sp>
          <p:nvSpPr>
            <p:cNvPr id="51" name="TextBox 50"/>
            <p:cNvSpPr txBox="1"/>
            <p:nvPr/>
          </p:nvSpPr>
          <p:spPr>
            <a:xfrm>
              <a:off x="563779" y="3780462"/>
              <a:ext cx="1243654" cy="1283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584053"/>
                  </a:solidFill>
                  <a:latin typeface="Montserrat"/>
                </a:rPr>
                <a:t>Pledges turnover to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63779" y="3908859"/>
              <a:ext cx="1243654" cy="1283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584053"/>
                  </a:solidFill>
                  <a:latin typeface="Montserrat"/>
                </a:rPr>
                <a:t>qualify the joint bid</a:t>
              </a:r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2970729" y="2880769"/>
            <a:ext cx="1041569" cy="1467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1">
                <a:solidFill>
                  <a:srgbClr val="584053"/>
                </a:solidFill>
                <a:latin typeface="Montserrat"/>
              </a:rPr>
              <a:t>Security Layer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28310" y="1516974"/>
            <a:ext cx="692943" cy="762238"/>
          </a:xfrm>
          <a:custGeom>
            <a:avLst/>
            <a:gdLst/>
            <a:ahLst/>
            <a:cxnLst/>
            <a:rect l="0" t="0" r="0" b="0"/>
            <a:pathLst>
              <a:path w="692943" h="762238">
                <a:moveTo>
                  <a:pt x="0" y="623649"/>
                </a:moveTo>
                <a:lnTo>
                  <a:pt x="207883" y="762238"/>
                </a:lnTo>
                <a:lnTo>
                  <a:pt x="485060" y="762238"/>
                </a:lnTo>
                <a:lnTo>
                  <a:pt x="692943" y="623649"/>
                </a:lnTo>
                <a:lnTo>
                  <a:pt x="346471" y="0"/>
                </a:lnTo>
                <a:lnTo>
                  <a:pt x="0" y="623649"/>
                </a:lnTo>
              </a:path>
            </a:pathLst>
          </a:custGeom>
          <a:solidFill>
            <a:srgbClr val="E16338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28310" y="1516974"/>
            <a:ext cx="692943" cy="762238"/>
          </a:xfrm>
          <a:custGeom>
            <a:avLst/>
            <a:gdLst/>
            <a:ahLst/>
            <a:cxnLst/>
            <a:rect l="0" t="0" r="0" b="0"/>
            <a:pathLst>
              <a:path w="692943" h="762238">
                <a:moveTo>
                  <a:pt x="692943" y="623649"/>
                </a:moveTo>
                <a:lnTo>
                  <a:pt x="346471" y="0"/>
                </a:lnTo>
                <a:lnTo>
                  <a:pt x="0" y="623649"/>
                </a:lnTo>
                <a:lnTo>
                  <a:pt x="692943" y="623649"/>
                </a:lnTo>
                <a:close/>
                <a:moveTo>
                  <a:pt x="0" y="623649"/>
                </a:moveTo>
                <a:lnTo>
                  <a:pt x="692943" y="623649"/>
                </a:lnTo>
                <a:lnTo>
                  <a:pt x="485060" y="762238"/>
                </a:lnTo>
                <a:lnTo>
                  <a:pt x="207882" y="762238"/>
                </a:lnTo>
                <a:lnTo>
                  <a:pt x="0" y="623649"/>
                </a:lnTo>
                <a:close/>
              </a:path>
            </a:pathLst>
          </a:custGeom>
          <a:noFill/>
          <a:ln w="17323">
            <a:solidFill>
              <a:srgbClr val="FDFBF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4005" y="1794153"/>
            <a:ext cx="3204864" cy="9525"/>
          </a:xfrm>
          <a:custGeom>
            <a:avLst/>
            <a:gdLst/>
            <a:ahLst/>
            <a:cxnLst/>
            <a:rect l="0" t="0" r="0" b="0"/>
            <a:pathLst>
              <a:path w="3204864" h="9525">
                <a:moveTo>
                  <a:pt x="0" y="0"/>
                </a:moveTo>
                <a:lnTo>
                  <a:pt x="3204864" y="0"/>
                </a:lnTo>
              </a:path>
            </a:pathLst>
          </a:custGeom>
          <a:noFill/>
          <a:ln w="17323">
            <a:solidFill>
              <a:srgbClr val="E16338">
                <a:alpha val="90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79358" y="1776828"/>
            <a:ext cx="34647" cy="34647"/>
          </a:xfrm>
          <a:custGeom>
            <a:avLst/>
            <a:gdLst/>
            <a:ahLst/>
            <a:cxnLst/>
            <a:rect l="0" t="0" r="0" b="0"/>
            <a:pathLst>
              <a:path w="34647" h="34647">
                <a:moveTo>
                  <a:pt x="17323" y="34647"/>
                </a:moveTo>
                <a:cubicBezTo>
                  <a:pt x="7762" y="34647"/>
                  <a:pt x="0" y="26884"/>
                  <a:pt x="0" y="17323"/>
                </a:cubicBezTo>
                <a:cubicBezTo>
                  <a:pt x="0" y="7762"/>
                  <a:pt x="7762" y="0"/>
                  <a:pt x="17323" y="0"/>
                </a:cubicBezTo>
                <a:cubicBezTo>
                  <a:pt x="26884" y="0"/>
                  <a:pt x="34647" y="7762"/>
                  <a:pt x="34647" y="17323"/>
                </a:cubicBezTo>
                <a:cubicBezTo>
                  <a:pt x="34647" y="26884"/>
                  <a:pt x="26884" y="34647"/>
                  <a:pt x="17323" y="34647"/>
                </a:cubicBezTo>
                <a:close/>
              </a:path>
            </a:pathLst>
          </a:custGeom>
          <a:noFill/>
          <a:ln w="17323">
            <a:solidFill>
              <a:srgbClr val="584053">
                <a:alpha val="90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81838" y="2279214"/>
            <a:ext cx="1385887" cy="692943"/>
          </a:xfrm>
          <a:custGeom>
            <a:avLst/>
            <a:gdLst/>
            <a:ahLst/>
            <a:cxnLst/>
            <a:rect l="0" t="0" r="0" b="0"/>
            <a:pathLst>
              <a:path w="1385887" h="692943">
                <a:moveTo>
                  <a:pt x="0" y="554354"/>
                </a:moveTo>
                <a:lnTo>
                  <a:pt x="277177" y="692943"/>
                </a:lnTo>
                <a:lnTo>
                  <a:pt x="1108709" y="692943"/>
                </a:lnTo>
                <a:lnTo>
                  <a:pt x="1385887" y="554354"/>
                </a:lnTo>
                <a:lnTo>
                  <a:pt x="1108709" y="0"/>
                </a:lnTo>
                <a:lnTo>
                  <a:pt x="277177" y="0"/>
                </a:lnTo>
                <a:lnTo>
                  <a:pt x="0" y="554354"/>
                </a:lnTo>
              </a:path>
            </a:pathLst>
          </a:custGeom>
          <a:solidFill>
            <a:srgbClr val="6DA198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81838" y="2279214"/>
            <a:ext cx="1385887" cy="692943"/>
          </a:xfrm>
          <a:custGeom>
            <a:avLst/>
            <a:gdLst/>
            <a:ahLst/>
            <a:cxnLst/>
            <a:rect l="0" t="0" r="0" b="0"/>
            <a:pathLst>
              <a:path w="1385887" h="692943">
                <a:moveTo>
                  <a:pt x="277177" y="0"/>
                </a:moveTo>
                <a:lnTo>
                  <a:pt x="0" y="554354"/>
                </a:lnTo>
                <a:lnTo>
                  <a:pt x="1385887" y="554354"/>
                </a:lnTo>
                <a:lnTo>
                  <a:pt x="1108709" y="0"/>
                </a:lnTo>
                <a:lnTo>
                  <a:pt x="277177" y="0"/>
                </a:lnTo>
                <a:close/>
                <a:moveTo>
                  <a:pt x="277177" y="692943"/>
                </a:moveTo>
                <a:lnTo>
                  <a:pt x="0" y="554354"/>
                </a:lnTo>
                <a:lnTo>
                  <a:pt x="1385887" y="554354"/>
                </a:lnTo>
                <a:lnTo>
                  <a:pt x="1108709" y="692943"/>
                </a:lnTo>
                <a:lnTo>
                  <a:pt x="277177" y="692943"/>
                </a:lnTo>
                <a:close/>
              </a:path>
            </a:pathLst>
          </a:custGeom>
          <a:noFill/>
          <a:ln w="17323">
            <a:solidFill>
              <a:srgbClr val="FDFBF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4005" y="2487096"/>
            <a:ext cx="2841069" cy="9525"/>
          </a:xfrm>
          <a:custGeom>
            <a:avLst/>
            <a:gdLst/>
            <a:ahLst/>
            <a:cxnLst/>
            <a:rect l="0" t="0" r="0" b="0"/>
            <a:pathLst>
              <a:path w="2841069" h="9525">
                <a:moveTo>
                  <a:pt x="0" y="0"/>
                </a:moveTo>
                <a:lnTo>
                  <a:pt x="2841069" y="0"/>
                </a:lnTo>
              </a:path>
            </a:pathLst>
          </a:custGeom>
          <a:noFill/>
          <a:ln w="17323">
            <a:solidFill>
              <a:srgbClr val="6DA198">
                <a:alpha val="90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79358" y="2469772"/>
            <a:ext cx="34647" cy="34647"/>
          </a:xfrm>
          <a:custGeom>
            <a:avLst/>
            <a:gdLst/>
            <a:ahLst/>
            <a:cxnLst/>
            <a:rect l="0" t="0" r="0" b="0"/>
            <a:pathLst>
              <a:path w="34647" h="34647">
                <a:moveTo>
                  <a:pt x="17323" y="34647"/>
                </a:moveTo>
                <a:cubicBezTo>
                  <a:pt x="7762" y="34647"/>
                  <a:pt x="0" y="26884"/>
                  <a:pt x="0" y="17323"/>
                </a:cubicBezTo>
                <a:cubicBezTo>
                  <a:pt x="0" y="7762"/>
                  <a:pt x="7762" y="0"/>
                  <a:pt x="17323" y="0"/>
                </a:cubicBezTo>
                <a:cubicBezTo>
                  <a:pt x="26884" y="0"/>
                  <a:pt x="34647" y="7762"/>
                  <a:pt x="34647" y="17323"/>
                </a:cubicBezTo>
                <a:cubicBezTo>
                  <a:pt x="34647" y="26884"/>
                  <a:pt x="26884" y="34647"/>
                  <a:pt x="17323" y="34647"/>
                </a:cubicBezTo>
                <a:close/>
              </a:path>
            </a:pathLst>
          </a:custGeom>
          <a:noFill/>
          <a:ln w="17323">
            <a:solidFill>
              <a:srgbClr val="584053">
                <a:alpha val="90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866072" y="2972158"/>
            <a:ext cx="2217419" cy="692943"/>
          </a:xfrm>
          <a:custGeom>
            <a:avLst/>
            <a:gdLst/>
            <a:ahLst/>
            <a:cxnLst/>
            <a:rect l="0" t="0" r="0" b="0"/>
            <a:pathLst>
              <a:path w="2217419" h="692943">
                <a:moveTo>
                  <a:pt x="0" y="554354"/>
                </a:moveTo>
                <a:lnTo>
                  <a:pt x="346471" y="692943"/>
                </a:lnTo>
                <a:lnTo>
                  <a:pt x="1870948" y="692943"/>
                </a:lnTo>
                <a:lnTo>
                  <a:pt x="2217419" y="554354"/>
                </a:lnTo>
                <a:lnTo>
                  <a:pt x="1870948" y="0"/>
                </a:lnTo>
                <a:lnTo>
                  <a:pt x="346471" y="0"/>
                </a:lnTo>
                <a:lnTo>
                  <a:pt x="0" y="554354"/>
                </a:lnTo>
              </a:path>
            </a:pathLst>
          </a:custGeom>
          <a:solidFill>
            <a:srgbClr val="DB9941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866072" y="2972158"/>
            <a:ext cx="2217419" cy="692943"/>
          </a:xfrm>
          <a:custGeom>
            <a:avLst/>
            <a:gdLst/>
            <a:ahLst/>
            <a:cxnLst/>
            <a:rect l="0" t="0" r="0" b="0"/>
            <a:pathLst>
              <a:path w="2217419" h="692943">
                <a:moveTo>
                  <a:pt x="346471" y="0"/>
                </a:moveTo>
                <a:lnTo>
                  <a:pt x="0" y="554354"/>
                </a:lnTo>
                <a:lnTo>
                  <a:pt x="2217419" y="554354"/>
                </a:lnTo>
                <a:lnTo>
                  <a:pt x="1870948" y="0"/>
                </a:lnTo>
                <a:lnTo>
                  <a:pt x="346471" y="0"/>
                </a:lnTo>
                <a:close/>
                <a:moveTo>
                  <a:pt x="346471" y="692943"/>
                </a:moveTo>
                <a:lnTo>
                  <a:pt x="0" y="554354"/>
                </a:lnTo>
                <a:lnTo>
                  <a:pt x="2217419" y="554354"/>
                </a:lnTo>
                <a:lnTo>
                  <a:pt x="1870948" y="692943"/>
                </a:lnTo>
                <a:lnTo>
                  <a:pt x="346471" y="692943"/>
                </a:lnTo>
                <a:close/>
              </a:path>
            </a:pathLst>
          </a:custGeom>
          <a:noFill/>
          <a:ln w="17323">
            <a:solidFill>
              <a:srgbClr val="FDFBF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4005" y="3180040"/>
            <a:ext cx="2465724" cy="9525"/>
          </a:xfrm>
          <a:custGeom>
            <a:avLst/>
            <a:gdLst/>
            <a:ahLst/>
            <a:cxnLst/>
            <a:rect l="0" t="0" r="0" b="0"/>
            <a:pathLst>
              <a:path w="2465724" h="9525">
                <a:moveTo>
                  <a:pt x="0" y="0"/>
                </a:moveTo>
                <a:lnTo>
                  <a:pt x="2465724" y="0"/>
                </a:lnTo>
              </a:path>
            </a:pathLst>
          </a:custGeom>
          <a:noFill/>
          <a:ln w="17323">
            <a:solidFill>
              <a:srgbClr val="DB9941">
                <a:alpha val="90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79358" y="3162716"/>
            <a:ext cx="34647" cy="34647"/>
          </a:xfrm>
          <a:custGeom>
            <a:avLst/>
            <a:gdLst/>
            <a:ahLst/>
            <a:cxnLst/>
            <a:rect l="0" t="0" r="0" b="0"/>
            <a:pathLst>
              <a:path w="34647" h="34647">
                <a:moveTo>
                  <a:pt x="17323" y="34647"/>
                </a:moveTo>
                <a:cubicBezTo>
                  <a:pt x="7762" y="34647"/>
                  <a:pt x="0" y="26884"/>
                  <a:pt x="0" y="17323"/>
                </a:cubicBezTo>
                <a:cubicBezTo>
                  <a:pt x="0" y="7762"/>
                  <a:pt x="7762" y="0"/>
                  <a:pt x="17323" y="0"/>
                </a:cubicBezTo>
                <a:cubicBezTo>
                  <a:pt x="26884" y="0"/>
                  <a:pt x="34647" y="7762"/>
                  <a:pt x="34647" y="17323"/>
                </a:cubicBezTo>
                <a:cubicBezTo>
                  <a:pt x="34647" y="26884"/>
                  <a:pt x="26884" y="34647"/>
                  <a:pt x="17323" y="34647"/>
                </a:cubicBezTo>
                <a:close/>
              </a:path>
            </a:pathLst>
          </a:custGeom>
          <a:noFill/>
          <a:ln w="17323">
            <a:solidFill>
              <a:srgbClr val="584053">
                <a:alpha val="90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450306" y="3665099"/>
            <a:ext cx="3048952" cy="692943"/>
          </a:xfrm>
          <a:custGeom>
            <a:avLst/>
            <a:gdLst/>
            <a:ahLst/>
            <a:cxnLst/>
            <a:rect l="0" t="0" r="0" b="0"/>
            <a:pathLst>
              <a:path w="3048952" h="692943">
                <a:moveTo>
                  <a:pt x="0" y="554354"/>
                </a:moveTo>
                <a:lnTo>
                  <a:pt x="404221" y="692943"/>
                </a:lnTo>
                <a:lnTo>
                  <a:pt x="2633186" y="692943"/>
                </a:lnTo>
                <a:lnTo>
                  <a:pt x="3048952" y="554354"/>
                </a:lnTo>
                <a:lnTo>
                  <a:pt x="2717282" y="0"/>
                </a:lnTo>
                <a:lnTo>
                  <a:pt x="343223" y="0"/>
                </a:lnTo>
                <a:lnTo>
                  <a:pt x="0" y="554354"/>
                </a:lnTo>
              </a:path>
            </a:pathLst>
          </a:custGeom>
          <a:solidFill>
            <a:srgbClr val="6DA198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450306" y="3665100"/>
            <a:ext cx="3048952" cy="692943"/>
          </a:xfrm>
          <a:custGeom>
            <a:avLst/>
            <a:gdLst/>
            <a:ahLst/>
            <a:cxnLst/>
            <a:rect l="0" t="0" r="0" b="0"/>
            <a:pathLst>
              <a:path w="3048952" h="692943">
                <a:moveTo>
                  <a:pt x="343223" y="0"/>
                </a:moveTo>
                <a:lnTo>
                  <a:pt x="0" y="554354"/>
                </a:lnTo>
                <a:lnTo>
                  <a:pt x="3048952" y="554354"/>
                </a:lnTo>
                <a:lnTo>
                  <a:pt x="2717277" y="0"/>
                </a:lnTo>
                <a:lnTo>
                  <a:pt x="343223" y="0"/>
                </a:lnTo>
                <a:close/>
                <a:moveTo>
                  <a:pt x="404217" y="692943"/>
                </a:moveTo>
                <a:lnTo>
                  <a:pt x="0" y="554354"/>
                </a:lnTo>
                <a:lnTo>
                  <a:pt x="3048952" y="554354"/>
                </a:lnTo>
                <a:lnTo>
                  <a:pt x="2633186" y="692943"/>
                </a:lnTo>
                <a:lnTo>
                  <a:pt x="404217" y="692943"/>
                </a:lnTo>
                <a:close/>
              </a:path>
            </a:pathLst>
          </a:custGeom>
          <a:noFill/>
          <a:ln w="17323">
            <a:solidFill>
              <a:srgbClr val="FDFBF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9779" y="3872984"/>
            <a:ext cx="2044183" cy="9525"/>
          </a:xfrm>
          <a:custGeom>
            <a:avLst/>
            <a:gdLst/>
            <a:ahLst/>
            <a:cxnLst/>
            <a:rect l="0" t="0" r="0" b="0"/>
            <a:pathLst>
              <a:path w="2044183" h="9525">
                <a:moveTo>
                  <a:pt x="0" y="1"/>
                </a:moveTo>
                <a:lnTo>
                  <a:pt x="2044183" y="0"/>
                </a:lnTo>
              </a:path>
            </a:pathLst>
          </a:custGeom>
          <a:noFill/>
          <a:ln w="17323">
            <a:solidFill>
              <a:srgbClr val="6DA198">
                <a:alpha val="90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85132" y="3855660"/>
            <a:ext cx="34647" cy="34647"/>
          </a:xfrm>
          <a:custGeom>
            <a:avLst/>
            <a:gdLst/>
            <a:ahLst/>
            <a:cxnLst/>
            <a:rect l="0" t="0" r="0" b="0"/>
            <a:pathLst>
              <a:path w="34647" h="34647">
                <a:moveTo>
                  <a:pt x="17323" y="34647"/>
                </a:moveTo>
                <a:cubicBezTo>
                  <a:pt x="7762" y="34647"/>
                  <a:pt x="0" y="26884"/>
                  <a:pt x="0" y="17323"/>
                </a:cubicBezTo>
                <a:cubicBezTo>
                  <a:pt x="0" y="7762"/>
                  <a:pt x="7762" y="0"/>
                  <a:pt x="17323" y="0"/>
                </a:cubicBezTo>
                <a:cubicBezTo>
                  <a:pt x="26884" y="0"/>
                  <a:pt x="34647" y="7762"/>
                  <a:pt x="34647" y="17323"/>
                </a:cubicBezTo>
                <a:cubicBezTo>
                  <a:pt x="34647" y="26884"/>
                  <a:pt x="26884" y="34647"/>
                  <a:pt x="17323" y="34647"/>
                </a:cubicBezTo>
                <a:close/>
              </a:path>
            </a:pathLst>
          </a:custGeom>
          <a:noFill/>
          <a:ln w="17323">
            <a:solidFill>
              <a:srgbClr val="584053">
                <a:alpha val="90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836193" y="3803688"/>
            <a:ext cx="277177" cy="277177"/>
          </a:xfrm>
          <a:custGeom>
            <a:avLst/>
            <a:gdLst/>
            <a:ahLst/>
            <a:cxnLst/>
            <a:rect l="0" t="0" r="0" b="0"/>
            <a:pathLst>
              <a:path w="277177" h="277177">
                <a:moveTo>
                  <a:pt x="254079" y="0"/>
                </a:moveTo>
                <a:lnTo>
                  <a:pt x="23098" y="0"/>
                </a:lnTo>
                <a:cubicBezTo>
                  <a:pt x="10344" y="0"/>
                  <a:pt x="0" y="10344"/>
                  <a:pt x="0" y="23098"/>
                </a:cubicBezTo>
                <a:lnTo>
                  <a:pt x="0" y="254079"/>
                </a:lnTo>
                <a:cubicBezTo>
                  <a:pt x="0" y="266833"/>
                  <a:pt x="10344" y="277177"/>
                  <a:pt x="23098" y="277177"/>
                </a:cubicBezTo>
                <a:lnTo>
                  <a:pt x="254079" y="277177"/>
                </a:lnTo>
                <a:cubicBezTo>
                  <a:pt x="266833" y="277177"/>
                  <a:pt x="277177" y="266833"/>
                  <a:pt x="277177" y="254079"/>
                </a:cubicBezTo>
                <a:lnTo>
                  <a:pt x="277177" y="23098"/>
                </a:lnTo>
                <a:cubicBezTo>
                  <a:pt x="277177" y="10344"/>
                  <a:pt x="266833" y="0"/>
                  <a:pt x="254079" y="0"/>
                </a:cubicBezTo>
                <a:moveTo>
                  <a:pt x="150133" y="132816"/>
                </a:moveTo>
                <a:cubicBezTo>
                  <a:pt x="150133" y="139188"/>
                  <a:pt x="144970" y="144360"/>
                  <a:pt x="138588" y="144360"/>
                </a:cubicBezTo>
                <a:lnTo>
                  <a:pt x="121262" y="144360"/>
                </a:lnTo>
                <a:lnTo>
                  <a:pt x="121262" y="236753"/>
                </a:lnTo>
                <a:cubicBezTo>
                  <a:pt x="121262" y="243135"/>
                  <a:pt x="116090" y="248307"/>
                  <a:pt x="109718" y="248307"/>
                </a:cubicBezTo>
                <a:lnTo>
                  <a:pt x="103946" y="248307"/>
                </a:lnTo>
                <a:cubicBezTo>
                  <a:pt x="97564" y="248307"/>
                  <a:pt x="92392" y="243135"/>
                  <a:pt x="92392" y="236753"/>
                </a:cubicBezTo>
                <a:lnTo>
                  <a:pt x="92392" y="144360"/>
                </a:lnTo>
                <a:lnTo>
                  <a:pt x="75066" y="144360"/>
                </a:lnTo>
                <a:cubicBezTo>
                  <a:pt x="68694" y="144360"/>
                  <a:pt x="63522" y="139188"/>
                  <a:pt x="63522" y="132816"/>
                </a:cubicBezTo>
                <a:lnTo>
                  <a:pt x="63522" y="127034"/>
                </a:lnTo>
                <a:cubicBezTo>
                  <a:pt x="63522" y="120662"/>
                  <a:pt x="68694" y="115490"/>
                  <a:pt x="75066" y="115490"/>
                </a:cubicBezTo>
                <a:lnTo>
                  <a:pt x="138588" y="115490"/>
                </a:lnTo>
                <a:cubicBezTo>
                  <a:pt x="144970" y="115490"/>
                  <a:pt x="150133" y="120662"/>
                  <a:pt x="150133" y="127034"/>
                </a:cubicBezTo>
                <a:lnTo>
                  <a:pt x="150133" y="132816"/>
                </a:lnTo>
                <a:moveTo>
                  <a:pt x="207883" y="248307"/>
                </a:moveTo>
                <a:cubicBezTo>
                  <a:pt x="191804" y="248316"/>
                  <a:pt x="177241" y="238791"/>
                  <a:pt x="170811" y="224056"/>
                </a:cubicBezTo>
                <a:cubicBezTo>
                  <a:pt x="169240" y="220475"/>
                  <a:pt x="169592" y="216341"/>
                  <a:pt x="171735" y="213083"/>
                </a:cubicBezTo>
                <a:cubicBezTo>
                  <a:pt x="173878" y="209816"/>
                  <a:pt x="177526" y="207864"/>
                  <a:pt x="181432" y="207883"/>
                </a:cubicBezTo>
                <a:lnTo>
                  <a:pt x="187899" y="207883"/>
                </a:lnTo>
                <a:cubicBezTo>
                  <a:pt x="192004" y="207911"/>
                  <a:pt x="195786" y="210102"/>
                  <a:pt x="197834" y="213655"/>
                </a:cubicBezTo>
                <a:cubicBezTo>
                  <a:pt x="200425" y="218236"/>
                  <a:pt x="205787" y="220475"/>
                  <a:pt x="210864" y="219122"/>
                </a:cubicBezTo>
                <a:cubicBezTo>
                  <a:pt x="215950" y="217760"/>
                  <a:pt x="219465" y="213140"/>
                  <a:pt x="219427" y="207883"/>
                </a:cubicBezTo>
                <a:cubicBezTo>
                  <a:pt x="219427" y="204644"/>
                  <a:pt x="219427" y="200948"/>
                  <a:pt x="203263" y="195643"/>
                </a:cubicBezTo>
                <a:cubicBezTo>
                  <a:pt x="192643" y="192062"/>
                  <a:pt x="167459" y="184089"/>
                  <a:pt x="167459" y="155914"/>
                </a:cubicBezTo>
                <a:cubicBezTo>
                  <a:pt x="167430" y="136750"/>
                  <a:pt x="180870" y="120195"/>
                  <a:pt x="199624" y="116281"/>
                </a:cubicBezTo>
                <a:cubicBezTo>
                  <a:pt x="218389" y="112366"/>
                  <a:pt x="237315" y="122167"/>
                  <a:pt x="244954" y="139741"/>
                </a:cubicBezTo>
                <a:cubicBezTo>
                  <a:pt x="246745" y="143484"/>
                  <a:pt x="246392" y="147885"/>
                  <a:pt x="244030" y="151295"/>
                </a:cubicBezTo>
                <a:cubicBezTo>
                  <a:pt x="241887" y="154552"/>
                  <a:pt x="238239" y="156505"/>
                  <a:pt x="234334" y="156486"/>
                </a:cubicBezTo>
                <a:lnTo>
                  <a:pt x="227866" y="156486"/>
                </a:lnTo>
                <a:cubicBezTo>
                  <a:pt x="223761" y="156467"/>
                  <a:pt x="219979" y="154266"/>
                  <a:pt x="217931" y="150714"/>
                </a:cubicBezTo>
                <a:cubicBezTo>
                  <a:pt x="215341" y="146142"/>
                  <a:pt x="209978" y="143894"/>
                  <a:pt x="204901" y="145256"/>
                </a:cubicBezTo>
                <a:cubicBezTo>
                  <a:pt x="199815" y="146608"/>
                  <a:pt x="196300" y="151228"/>
                  <a:pt x="196329" y="156486"/>
                </a:cubicBezTo>
                <a:cubicBezTo>
                  <a:pt x="196329" y="159724"/>
                  <a:pt x="196329" y="163420"/>
                  <a:pt x="212502" y="168735"/>
                </a:cubicBezTo>
                <a:cubicBezTo>
                  <a:pt x="223123" y="172307"/>
                  <a:pt x="248307" y="180279"/>
                  <a:pt x="248307" y="208464"/>
                </a:cubicBezTo>
                <a:cubicBezTo>
                  <a:pt x="247992" y="230562"/>
                  <a:pt x="229981" y="248307"/>
                  <a:pt x="207883" y="248307"/>
                </a:cubicBezTo>
              </a:path>
            </a:pathLst>
          </a:custGeom>
          <a:solidFill>
            <a:srgbClr val="6DA19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839079" y="1797039"/>
            <a:ext cx="270262" cy="271395"/>
          </a:xfrm>
          <a:custGeom>
            <a:avLst/>
            <a:gdLst/>
            <a:ahLst/>
            <a:cxnLst/>
            <a:rect l="0" t="0" r="0" b="0"/>
            <a:pathLst>
              <a:path w="270262" h="271395">
                <a:moveTo>
                  <a:pt x="108908" y="16935"/>
                </a:moveTo>
                <a:cubicBezTo>
                  <a:pt x="110632" y="8296"/>
                  <a:pt x="117881" y="0"/>
                  <a:pt x="128406" y="0"/>
                </a:cubicBezTo>
                <a:lnTo>
                  <a:pt x="141855" y="0"/>
                </a:lnTo>
                <a:cubicBezTo>
                  <a:pt x="152371" y="0"/>
                  <a:pt x="159629" y="8296"/>
                  <a:pt x="161353" y="16935"/>
                </a:cubicBezTo>
                <a:cubicBezTo>
                  <a:pt x="161382" y="17087"/>
                  <a:pt x="161401" y="17240"/>
                  <a:pt x="161420" y="17392"/>
                </a:cubicBezTo>
                <a:lnTo>
                  <a:pt x="163591" y="32680"/>
                </a:lnTo>
                <a:cubicBezTo>
                  <a:pt x="163944" y="33947"/>
                  <a:pt x="164325" y="34537"/>
                  <a:pt x="164515" y="34785"/>
                </a:cubicBezTo>
                <a:cubicBezTo>
                  <a:pt x="164611" y="34899"/>
                  <a:pt x="164677" y="34947"/>
                  <a:pt x="164725" y="34985"/>
                </a:cubicBezTo>
                <a:cubicBezTo>
                  <a:pt x="164772" y="35004"/>
                  <a:pt x="164906" y="35099"/>
                  <a:pt x="165211" y="35166"/>
                </a:cubicBezTo>
                <a:cubicBezTo>
                  <a:pt x="165582" y="35261"/>
                  <a:pt x="165954" y="35375"/>
                  <a:pt x="166306" y="35518"/>
                </a:cubicBezTo>
                <a:lnTo>
                  <a:pt x="183127" y="42281"/>
                </a:lnTo>
                <a:cubicBezTo>
                  <a:pt x="183337" y="42367"/>
                  <a:pt x="183546" y="42462"/>
                  <a:pt x="183756" y="42567"/>
                </a:cubicBezTo>
                <a:cubicBezTo>
                  <a:pt x="184404" y="42881"/>
                  <a:pt x="184908" y="42938"/>
                  <a:pt x="185432" y="42872"/>
                </a:cubicBezTo>
                <a:cubicBezTo>
                  <a:pt x="186156" y="42748"/>
                  <a:pt x="186842" y="42471"/>
                  <a:pt x="187442" y="42062"/>
                </a:cubicBezTo>
                <a:lnTo>
                  <a:pt x="200682" y="32108"/>
                </a:lnTo>
                <a:cubicBezTo>
                  <a:pt x="204339" y="29270"/>
                  <a:pt x="208892" y="27822"/>
                  <a:pt x="213521" y="28032"/>
                </a:cubicBezTo>
                <a:cubicBezTo>
                  <a:pt x="218360" y="28298"/>
                  <a:pt x="222780" y="30470"/>
                  <a:pt x="226313" y="34023"/>
                </a:cubicBezTo>
                <a:lnTo>
                  <a:pt x="236048" y="43795"/>
                </a:lnTo>
                <a:cubicBezTo>
                  <a:pt x="244735" y="50853"/>
                  <a:pt x="243468" y="62912"/>
                  <a:pt x="238315" y="69799"/>
                </a:cubicBezTo>
                <a:lnTo>
                  <a:pt x="228409" y="83086"/>
                </a:lnTo>
                <a:cubicBezTo>
                  <a:pt x="227980" y="83839"/>
                  <a:pt x="227714" y="84658"/>
                  <a:pt x="227599" y="85505"/>
                </a:cubicBezTo>
                <a:cubicBezTo>
                  <a:pt x="227561" y="85772"/>
                  <a:pt x="227542" y="86029"/>
                  <a:pt x="227561" y="86296"/>
                </a:cubicBezTo>
                <a:cubicBezTo>
                  <a:pt x="227790" y="86687"/>
                  <a:pt x="227999" y="87106"/>
                  <a:pt x="228171" y="87534"/>
                </a:cubicBezTo>
                <a:lnTo>
                  <a:pt x="234905" y="104413"/>
                </a:lnTo>
                <a:cubicBezTo>
                  <a:pt x="235048" y="104775"/>
                  <a:pt x="235162" y="105136"/>
                  <a:pt x="235257" y="105498"/>
                </a:cubicBezTo>
                <a:cubicBezTo>
                  <a:pt x="235296" y="105679"/>
                  <a:pt x="235362" y="105860"/>
                  <a:pt x="235448" y="106022"/>
                </a:cubicBezTo>
                <a:cubicBezTo>
                  <a:pt x="235486" y="106070"/>
                  <a:pt x="235534" y="106137"/>
                  <a:pt x="235648" y="106232"/>
                </a:cubicBezTo>
                <a:cubicBezTo>
                  <a:pt x="235877" y="106422"/>
                  <a:pt x="236467" y="106784"/>
                  <a:pt x="237715" y="107137"/>
                </a:cubicBezTo>
                <a:lnTo>
                  <a:pt x="252926" y="109327"/>
                </a:lnTo>
                <a:cubicBezTo>
                  <a:pt x="253079" y="109347"/>
                  <a:pt x="253231" y="109375"/>
                  <a:pt x="253384" y="109404"/>
                </a:cubicBezTo>
                <a:cubicBezTo>
                  <a:pt x="262051" y="111137"/>
                  <a:pt x="270262" y="118452"/>
                  <a:pt x="270262" y="128949"/>
                </a:cubicBezTo>
                <a:lnTo>
                  <a:pt x="270262" y="142455"/>
                </a:lnTo>
                <a:cubicBezTo>
                  <a:pt x="270262" y="152942"/>
                  <a:pt x="262061" y="160258"/>
                  <a:pt x="253384" y="162001"/>
                </a:cubicBezTo>
                <a:cubicBezTo>
                  <a:pt x="253231" y="162029"/>
                  <a:pt x="253079" y="162058"/>
                  <a:pt x="252926" y="162077"/>
                </a:cubicBezTo>
                <a:lnTo>
                  <a:pt x="237715" y="164268"/>
                </a:lnTo>
                <a:cubicBezTo>
                  <a:pt x="236972" y="164420"/>
                  <a:pt x="236267" y="164734"/>
                  <a:pt x="235638" y="165163"/>
                </a:cubicBezTo>
                <a:cubicBezTo>
                  <a:pt x="235562" y="165230"/>
                  <a:pt x="235496" y="165296"/>
                  <a:pt x="235448" y="165382"/>
                </a:cubicBezTo>
                <a:cubicBezTo>
                  <a:pt x="235362" y="165544"/>
                  <a:pt x="235296" y="165715"/>
                  <a:pt x="235257" y="165887"/>
                </a:cubicBezTo>
                <a:cubicBezTo>
                  <a:pt x="235162" y="166258"/>
                  <a:pt x="235048" y="166620"/>
                  <a:pt x="234905" y="166973"/>
                </a:cubicBezTo>
                <a:lnTo>
                  <a:pt x="228171" y="183870"/>
                </a:lnTo>
                <a:cubicBezTo>
                  <a:pt x="228095" y="184089"/>
                  <a:pt x="227999" y="184299"/>
                  <a:pt x="227895" y="184508"/>
                </a:cubicBezTo>
                <a:cubicBezTo>
                  <a:pt x="227618" y="185042"/>
                  <a:pt x="227504" y="185642"/>
                  <a:pt x="227590" y="186242"/>
                </a:cubicBezTo>
                <a:cubicBezTo>
                  <a:pt x="227657" y="186823"/>
                  <a:pt x="227914" y="187537"/>
                  <a:pt x="228399" y="188299"/>
                </a:cubicBezTo>
                <a:lnTo>
                  <a:pt x="238315" y="201587"/>
                </a:lnTo>
                <a:cubicBezTo>
                  <a:pt x="241011" y="205206"/>
                  <a:pt x="242620" y="209654"/>
                  <a:pt x="242354" y="214436"/>
                </a:cubicBezTo>
                <a:cubicBezTo>
                  <a:pt x="242039" y="219294"/>
                  <a:pt x="239915" y="223866"/>
                  <a:pt x="236410" y="227247"/>
                </a:cubicBezTo>
                <a:lnTo>
                  <a:pt x="226675" y="237020"/>
                </a:lnTo>
                <a:cubicBezTo>
                  <a:pt x="219627" y="245764"/>
                  <a:pt x="207568" y="244487"/>
                  <a:pt x="200682" y="239296"/>
                </a:cubicBezTo>
                <a:lnTo>
                  <a:pt x="187461" y="229342"/>
                </a:lnTo>
                <a:cubicBezTo>
                  <a:pt x="186728" y="228923"/>
                  <a:pt x="185927" y="228647"/>
                  <a:pt x="185089" y="228533"/>
                </a:cubicBezTo>
                <a:cubicBezTo>
                  <a:pt x="184842" y="228504"/>
                  <a:pt x="184594" y="228495"/>
                  <a:pt x="184346" y="228514"/>
                </a:cubicBezTo>
                <a:cubicBezTo>
                  <a:pt x="183956" y="228752"/>
                  <a:pt x="183546" y="228952"/>
                  <a:pt x="183127" y="229123"/>
                </a:cubicBezTo>
                <a:lnTo>
                  <a:pt x="166306" y="235877"/>
                </a:lnTo>
                <a:cubicBezTo>
                  <a:pt x="165954" y="236019"/>
                  <a:pt x="165582" y="236134"/>
                  <a:pt x="165211" y="236229"/>
                </a:cubicBezTo>
                <a:cubicBezTo>
                  <a:pt x="165039" y="236267"/>
                  <a:pt x="164877" y="236334"/>
                  <a:pt x="164725" y="236420"/>
                </a:cubicBezTo>
                <a:cubicBezTo>
                  <a:pt x="164649" y="236477"/>
                  <a:pt x="164572" y="236543"/>
                  <a:pt x="164515" y="236620"/>
                </a:cubicBezTo>
                <a:cubicBezTo>
                  <a:pt x="164077" y="237248"/>
                  <a:pt x="163763" y="237963"/>
                  <a:pt x="163591" y="238725"/>
                </a:cubicBezTo>
                <a:lnTo>
                  <a:pt x="161420" y="254003"/>
                </a:lnTo>
                <a:cubicBezTo>
                  <a:pt x="161401" y="254155"/>
                  <a:pt x="161372" y="254307"/>
                  <a:pt x="161343" y="254460"/>
                </a:cubicBezTo>
                <a:cubicBezTo>
                  <a:pt x="159619" y="263099"/>
                  <a:pt x="152380" y="271395"/>
                  <a:pt x="141846" y="271395"/>
                </a:cubicBezTo>
                <a:lnTo>
                  <a:pt x="128406" y="271395"/>
                </a:lnTo>
                <a:cubicBezTo>
                  <a:pt x="117871" y="271395"/>
                  <a:pt x="110613" y="263109"/>
                  <a:pt x="108908" y="254460"/>
                </a:cubicBezTo>
                <a:cubicBezTo>
                  <a:pt x="108880" y="254307"/>
                  <a:pt x="108851" y="254155"/>
                  <a:pt x="108832" y="254003"/>
                </a:cubicBezTo>
                <a:lnTo>
                  <a:pt x="106660" y="238725"/>
                </a:lnTo>
                <a:cubicBezTo>
                  <a:pt x="106489" y="237963"/>
                  <a:pt x="106175" y="237248"/>
                  <a:pt x="105737" y="236610"/>
                </a:cubicBezTo>
                <a:cubicBezTo>
                  <a:pt x="105670" y="236534"/>
                  <a:pt x="105603" y="236467"/>
                  <a:pt x="105527" y="236420"/>
                </a:cubicBezTo>
                <a:cubicBezTo>
                  <a:pt x="105375" y="236334"/>
                  <a:pt x="105213" y="236267"/>
                  <a:pt x="105041" y="236239"/>
                </a:cubicBezTo>
                <a:cubicBezTo>
                  <a:pt x="104670" y="236143"/>
                  <a:pt x="104298" y="236019"/>
                  <a:pt x="103946" y="235877"/>
                </a:cubicBezTo>
                <a:lnTo>
                  <a:pt x="87125" y="229123"/>
                </a:lnTo>
                <a:cubicBezTo>
                  <a:pt x="86915" y="229038"/>
                  <a:pt x="86696" y="228942"/>
                  <a:pt x="86496" y="228838"/>
                </a:cubicBezTo>
                <a:cubicBezTo>
                  <a:pt x="85982" y="228561"/>
                  <a:pt x="85391" y="228457"/>
                  <a:pt x="84820" y="228533"/>
                </a:cubicBezTo>
                <a:cubicBezTo>
                  <a:pt x="84096" y="228657"/>
                  <a:pt x="83410" y="228923"/>
                  <a:pt x="82810" y="229333"/>
                </a:cubicBezTo>
                <a:lnTo>
                  <a:pt x="69570" y="239296"/>
                </a:lnTo>
                <a:cubicBezTo>
                  <a:pt x="65913" y="242135"/>
                  <a:pt x="61360" y="243582"/>
                  <a:pt x="56730" y="243373"/>
                </a:cubicBezTo>
                <a:cubicBezTo>
                  <a:pt x="51863" y="243039"/>
                  <a:pt x="47301" y="240896"/>
                  <a:pt x="43929" y="237372"/>
                </a:cubicBezTo>
                <a:lnTo>
                  <a:pt x="34213" y="227609"/>
                </a:lnTo>
                <a:cubicBezTo>
                  <a:pt x="25517" y="220541"/>
                  <a:pt x="26784" y="208492"/>
                  <a:pt x="31937" y="201587"/>
                </a:cubicBezTo>
                <a:lnTo>
                  <a:pt x="41843" y="188318"/>
                </a:lnTo>
                <a:cubicBezTo>
                  <a:pt x="42262" y="187566"/>
                  <a:pt x="42538" y="186747"/>
                  <a:pt x="42652" y="185899"/>
                </a:cubicBezTo>
                <a:cubicBezTo>
                  <a:pt x="42691" y="185632"/>
                  <a:pt x="42700" y="185366"/>
                  <a:pt x="42691" y="185099"/>
                </a:cubicBezTo>
                <a:cubicBezTo>
                  <a:pt x="42452" y="184708"/>
                  <a:pt x="42243" y="184299"/>
                  <a:pt x="42071" y="183870"/>
                </a:cubicBezTo>
                <a:lnTo>
                  <a:pt x="35337" y="166973"/>
                </a:lnTo>
                <a:cubicBezTo>
                  <a:pt x="35204" y="166620"/>
                  <a:pt x="35090" y="166258"/>
                  <a:pt x="34994" y="165887"/>
                </a:cubicBezTo>
                <a:cubicBezTo>
                  <a:pt x="34956" y="165715"/>
                  <a:pt x="34890" y="165544"/>
                  <a:pt x="34794" y="165382"/>
                </a:cubicBezTo>
                <a:cubicBezTo>
                  <a:pt x="34747" y="165296"/>
                  <a:pt x="34680" y="165230"/>
                  <a:pt x="34604" y="165163"/>
                </a:cubicBezTo>
                <a:cubicBezTo>
                  <a:pt x="33975" y="164734"/>
                  <a:pt x="33280" y="164430"/>
                  <a:pt x="32537" y="164268"/>
                </a:cubicBezTo>
                <a:lnTo>
                  <a:pt x="17325" y="162067"/>
                </a:lnTo>
                <a:cubicBezTo>
                  <a:pt x="17173" y="162048"/>
                  <a:pt x="17011" y="162029"/>
                  <a:pt x="16859" y="162001"/>
                </a:cubicBezTo>
                <a:cubicBezTo>
                  <a:pt x="8201" y="160267"/>
                  <a:pt x="0" y="152942"/>
                  <a:pt x="0" y="142455"/>
                </a:cubicBezTo>
                <a:lnTo>
                  <a:pt x="0" y="128949"/>
                </a:lnTo>
                <a:cubicBezTo>
                  <a:pt x="0" y="118452"/>
                  <a:pt x="8201" y="111137"/>
                  <a:pt x="16859" y="109404"/>
                </a:cubicBezTo>
                <a:cubicBezTo>
                  <a:pt x="17011" y="109375"/>
                  <a:pt x="17173" y="109347"/>
                  <a:pt x="17325" y="109327"/>
                </a:cubicBezTo>
                <a:lnTo>
                  <a:pt x="32537" y="107127"/>
                </a:lnTo>
                <a:cubicBezTo>
                  <a:pt x="33280" y="106965"/>
                  <a:pt x="33985" y="106660"/>
                  <a:pt x="34613" y="106232"/>
                </a:cubicBezTo>
                <a:cubicBezTo>
                  <a:pt x="34690" y="106175"/>
                  <a:pt x="34747" y="106098"/>
                  <a:pt x="34794" y="106022"/>
                </a:cubicBezTo>
                <a:cubicBezTo>
                  <a:pt x="34890" y="105860"/>
                  <a:pt x="34956" y="105679"/>
                  <a:pt x="34994" y="105498"/>
                </a:cubicBezTo>
                <a:cubicBezTo>
                  <a:pt x="35090" y="105136"/>
                  <a:pt x="35204" y="104765"/>
                  <a:pt x="35337" y="104413"/>
                </a:cubicBezTo>
                <a:lnTo>
                  <a:pt x="42071" y="87534"/>
                </a:lnTo>
                <a:cubicBezTo>
                  <a:pt x="42157" y="87315"/>
                  <a:pt x="42262" y="87106"/>
                  <a:pt x="42367" y="86896"/>
                </a:cubicBezTo>
                <a:cubicBezTo>
                  <a:pt x="42643" y="86363"/>
                  <a:pt x="42748" y="85753"/>
                  <a:pt x="42662" y="85153"/>
                </a:cubicBezTo>
                <a:cubicBezTo>
                  <a:pt x="42538" y="84420"/>
                  <a:pt x="42262" y="83715"/>
                  <a:pt x="41852" y="83096"/>
                </a:cubicBezTo>
                <a:lnTo>
                  <a:pt x="31937" y="69818"/>
                </a:lnTo>
                <a:cubicBezTo>
                  <a:pt x="29117" y="66141"/>
                  <a:pt x="27679" y="61598"/>
                  <a:pt x="27889" y="56969"/>
                </a:cubicBezTo>
                <a:cubicBezTo>
                  <a:pt x="28155" y="52130"/>
                  <a:pt x="30318" y="47701"/>
                  <a:pt x="33842" y="44157"/>
                </a:cubicBezTo>
                <a:lnTo>
                  <a:pt x="43576" y="34385"/>
                </a:lnTo>
                <a:cubicBezTo>
                  <a:pt x="50625" y="25641"/>
                  <a:pt x="62674" y="26908"/>
                  <a:pt x="69570" y="32108"/>
                </a:cubicBezTo>
                <a:lnTo>
                  <a:pt x="82781" y="42052"/>
                </a:lnTo>
                <a:cubicBezTo>
                  <a:pt x="83743" y="42586"/>
                  <a:pt x="84810" y="42872"/>
                  <a:pt x="85905" y="42881"/>
                </a:cubicBezTo>
                <a:cubicBezTo>
                  <a:pt x="86296" y="42652"/>
                  <a:pt x="86706" y="42452"/>
                  <a:pt x="87125" y="42281"/>
                </a:cubicBezTo>
                <a:lnTo>
                  <a:pt x="103955" y="35518"/>
                </a:lnTo>
                <a:cubicBezTo>
                  <a:pt x="104308" y="35375"/>
                  <a:pt x="104670" y="35261"/>
                  <a:pt x="105041" y="35166"/>
                </a:cubicBezTo>
                <a:cubicBezTo>
                  <a:pt x="105213" y="35128"/>
                  <a:pt x="105375" y="35071"/>
                  <a:pt x="105527" y="34985"/>
                </a:cubicBezTo>
                <a:cubicBezTo>
                  <a:pt x="105603" y="34928"/>
                  <a:pt x="105679" y="34861"/>
                  <a:pt x="105737" y="34785"/>
                </a:cubicBezTo>
                <a:cubicBezTo>
                  <a:pt x="106175" y="34156"/>
                  <a:pt x="106489" y="33442"/>
                  <a:pt x="106660" y="32680"/>
                </a:cubicBezTo>
                <a:lnTo>
                  <a:pt x="108832" y="17392"/>
                </a:lnTo>
                <a:cubicBezTo>
                  <a:pt x="108851" y="17240"/>
                  <a:pt x="108880" y="17087"/>
                  <a:pt x="108908" y="16935"/>
                </a:cubicBezTo>
                <a:moveTo>
                  <a:pt x="85191" y="141293"/>
                </a:moveTo>
                <a:cubicBezTo>
                  <a:pt x="85191" y="166573"/>
                  <a:pt x="100355" y="189337"/>
                  <a:pt x="124377" y="198186"/>
                </a:cubicBezTo>
                <a:lnTo>
                  <a:pt x="126682" y="199339"/>
                </a:lnTo>
                <a:lnTo>
                  <a:pt x="126682" y="85934"/>
                </a:lnTo>
                <a:cubicBezTo>
                  <a:pt x="110775" y="87058"/>
                  <a:pt x="98317" y="91316"/>
                  <a:pt x="91144" y="93783"/>
                </a:cubicBezTo>
                <a:lnTo>
                  <a:pt x="88973" y="94507"/>
                </a:lnTo>
                <a:cubicBezTo>
                  <a:pt x="86458" y="95773"/>
                  <a:pt x="85191" y="98307"/>
                  <a:pt x="85191" y="102098"/>
                </a:cubicBezTo>
                <a:lnTo>
                  <a:pt x="85191" y="141312"/>
                </a:lnTo>
                <a:moveTo>
                  <a:pt x="143570" y="199348"/>
                </a:moveTo>
                <a:lnTo>
                  <a:pt x="145875" y="198196"/>
                </a:lnTo>
                <a:cubicBezTo>
                  <a:pt x="169897" y="189347"/>
                  <a:pt x="185061" y="166582"/>
                  <a:pt x="185061" y="141303"/>
                </a:cubicBezTo>
                <a:lnTo>
                  <a:pt x="185061" y="102107"/>
                </a:lnTo>
                <a:cubicBezTo>
                  <a:pt x="185061" y="99574"/>
                  <a:pt x="183794" y="95792"/>
                  <a:pt x="180003" y="94516"/>
                </a:cubicBezTo>
                <a:cubicBezTo>
                  <a:pt x="173535" y="91287"/>
                  <a:pt x="160601" y="87125"/>
                  <a:pt x="143570" y="85972"/>
                </a:cubicBezTo>
                <a:lnTo>
                  <a:pt x="143570" y="199348"/>
                </a:lnTo>
              </a:path>
            </a:pathLst>
          </a:custGeom>
          <a:solidFill>
            <a:srgbClr val="E1633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836193" y="3110745"/>
            <a:ext cx="277253" cy="277177"/>
          </a:xfrm>
          <a:custGeom>
            <a:avLst/>
            <a:gdLst/>
            <a:ahLst/>
            <a:cxnLst/>
            <a:rect l="0" t="0" r="0" b="0"/>
            <a:pathLst>
              <a:path w="277253" h="277177">
                <a:moveTo>
                  <a:pt x="276139" y="236753"/>
                </a:moveTo>
                <a:cubicBezTo>
                  <a:pt x="274805" y="234886"/>
                  <a:pt x="272500" y="233972"/>
                  <a:pt x="270243" y="234448"/>
                </a:cubicBezTo>
                <a:cubicBezTo>
                  <a:pt x="267519" y="235257"/>
                  <a:pt x="264575" y="234905"/>
                  <a:pt x="262118" y="233486"/>
                </a:cubicBezTo>
                <a:cubicBezTo>
                  <a:pt x="259651" y="232067"/>
                  <a:pt x="257870" y="229704"/>
                  <a:pt x="257194" y="226942"/>
                </a:cubicBezTo>
                <a:cubicBezTo>
                  <a:pt x="256689" y="225123"/>
                  <a:pt x="255298" y="223685"/>
                  <a:pt x="253498" y="223123"/>
                </a:cubicBezTo>
                <a:cubicBezTo>
                  <a:pt x="251717" y="222437"/>
                  <a:pt x="249697" y="222751"/>
                  <a:pt x="248192" y="223932"/>
                </a:cubicBezTo>
                <a:cubicBezTo>
                  <a:pt x="241106" y="230905"/>
                  <a:pt x="230819" y="233505"/>
                  <a:pt x="221284" y="230752"/>
                </a:cubicBezTo>
                <a:cubicBezTo>
                  <a:pt x="214522" y="225761"/>
                  <a:pt x="210816" y="217646"/>
                  <a:pt x="211464" y="209264"/>
                </a:cubicBezTo>
                <a:cubicBezTo>
                  <a:pt x="232248" y="206835"/>
                  <a:pt x="251860" y="198320"/>
                  <a:pt x="267823" y="184784"/>
                </a:cubicBezTo>
                <a:cubicBezTo>
                  <a:pt x="271224" y="181546"/>
                  <a:pt x="272319" y="176564"/>
                  <a:pt x="270595" y="172192"/>
                </a:cubicBezTo>
                <a:cubicBezTo>
                  <a:pt x="268843" y="167801"/>
                  <a:pt x="264585" y="164915"/>
                  <a:pt x="259851" y="164915"/>
                </a:cubicBezTo>
                <a:cubicBezTo>
                  <a:pt x="243230" y="163658"/>
                  <a:pt x="226866" y="160086"/>
                  <a:pt x="211235" y="154295"/>
                </a:cubicBezTo>
                <a:lnTo>
                  <a:pt x="211235" y="84191"/>
                </a:lnTo>
                <a:cubicBezTo>
                  <a:pt x="210816" y="68351"/>
                  <a:pt x="203682" y="53444"/>
                  <a:pt x="191595" y="43195"/>
                </a:cubicBezTo>
                <a:cubicBezTo>
                  <a:pt x="177860" y="30460"/>
                  <a:pt x="159867" y="23298"/>
                  <a:pt x="141131" y="23098"/>
                </a:cubicBezTo>
                <a:cubicBezTo>
                  <a:pt x="130930" y="8829"/>
                  <a:pt x="114557" y="257"/>
                  <a:pt x="97012" y="0"/>
                </a:cubicBezTo>
                <a:cubicBezTo>
                  <a:pt x="84267" y="171"/>
                  <a:pt x="71999" y="4829"/>
                  <a:pt x="62360" y="13163"/>
                </a:cubicBezTo>
                <a:cubicBezTo>
                  <a:pt x="48177" y="26031"/>
                  <a:pt x="40185" y="44367"/>
                  <a:pt x="40424" y="63522"/>
                </a:cubicBezTo>
                <a:cubicBezTo>
                  <a:pt x="39928" y="86315"/>
                  <a:pt x="51358" y="107718"/>
                  <a:pt x="70561" y="119995"/>
                </a:cubicBezTo>
                <a:cubicBezTo>
                  <a:pt x="74485" y="122434"/>
                  <a:pt x="75799" y="127511"/>
                  <a:pt x="73571" y="131540"/>
                </a:cubicBezTo>
                <a:cubicBezTo>
                  <a:pt x="71094" y="135407"/>
                  <a:pt x="66065" y="136721"/>
                  <a:pt x="62017" y="134550"/>
                </a:cubicBezTo>
                <a:cubicBezTo>
                  <a:pt x="37566" y="119262"/>
                  <a:pt x="22821" y="92354"/>
                  <a:pt x="23098" y="63522"/>
                </a:cubicBezTo>
                <a:cubicBezTo>
                  <a:pt x="23060" y="53035"/>
                  <a:pt x="24898" y="42633"/>
                  <a:pt x="28527" y="32804"/>
                </a:cubicBezTo>
                <a:cubicBezTo>
                  <a:pt x="28927" y="31918"/>
                  <a:pt x="28851" y="30889"/>
                  <a:pt x="28308" y="30089"/>
                </a:cubicBezTo>
                <a:cubicBezTo>
                  <a:pt x="27765" y="29289"/>
                  <a:pt x="26841" y="28822"/>
                  <a:pt x="25869" y="28870"/>
                </a:cubicBezTo>
                <a:lnTo>
                  <a:pt x="5772" y="28870"/>
                </a:lnTo>
                <a:cubicBezTo>
                  <a:pt x="2581" y="28870"/>
                  <a:pt x="0" y="31461"/>
                  <a:pt x="0" y="34642"/>
                </a:cubicBezTo>
                <a:lnTo>
                  <a:pt x="0" y="271405"/>
                </a:lnTo>
                <a:cubicBezTo>
                  <a:pt x="0" y="274596"/>
                  <a:pt x="2581" y="277177"/>
                  <a:pt x="5772" y="277177"/>
                </a:cubicBezTo>
                <a:lnTo>
                  <a:pt x="57750" y="277177"/>
                </a:lnTo>
                <a:cubicBezTo>
                  <a:pt x="60931" y="277177"/>
                  <a:pt x="63522" y="274596"/>
                  <a:pt x="63522" y="271405"/>
                </a:cubicBezTo>
                <a:lnTo>
                  <a:pt x="63522" y="259851"/>
                </a:lnTo>
                <a:cubicBezTo>
                  <a:pt x="61950" y="226542"/>
                  <a:pt x="82276" y="196100"/>
                  <a:pt x="113642" y="184784"/>
                </a:cubicBezTo>
                <a:cubicBezTo>
                  <a:pt x="131654" y="196605"/>
                  <a:pt x="151961" y="204473"/>
                  <a:pt x="173231" y="207883"/>
                </a:cubicBezTo>
                <a:cubicBezTo>
                  <a:pt x="174164" y="232714"/>
                  <a:pt x="189633" y="265633"/>
                  <a:pt x="222665" y="265633"/>
                </a:cubicBezTo>
                <a:cubicBezTo>
                  <a:pt x="262623" y="265633"/>
                  <a:pt x="275672" y="243916"/>
                  <a:pt x="276253" y="242525"/>
                </a:cubicBezTo>
                <a:cubicBezTo>
                  <a:pt x="277253" y="240725"/>
                  <a:pt x="277206" y="238525"/>
                  <a:pt x="276139" y="236753"/>
                </a:cubicBezTo>
                <a:moveTo>
                  <a:pt x="165039" y="92392"/>
                </a:moveTo>
                <a:cubicBezTo>
                  <a:pt x="165287" y="100355"/>
                  <a:pt x="159029" y="107022"/>
                  <a:pt x="151066" y="107280"/>
                </a:cubicBezTo>
                <a:cubicBezTo>
                  <a:pt x="143103" y="107527"/>
                  <a:pt x="136436" y="101279"/>
                  <a:pt x="136178" y="93306"/>
                </a:cubicBezTo>
                <a:cubicBezTo>
                  <a:pt x="135921" y="85343"/>
                  <a:pt x="142170" y="78676"/>
                  <a:pt x="150133" y="78419"/>
                </a:cubicBezTo>
                <a:cubicBezTo>
                  <a:pt x="153971" y="78295"/>
                  <a:pt x="157686" y="79695"/>
                  <a:pt x="160486" y="82315"/>
                </a:cubicBezTo>
                <a:cubicBezTo>
                  <a:pt x="163277" y="84934"/>
                  <a:pt x="164915" y="88563"/>
                  <a:pt x="165039" y="92392"/>
                </a:cubicBezTo>
                <a:moveTo>
                  <a:pt x="127730" y="166306"/>
                </a:moveTo>
                <a:cubicBezTo>
                  <a:pt x="121929" y="162801"/>
                  <a:pt x="120062" y="155247"/>
                  <a:pt x="123577" y="149447"/>
                </a:cubicBezTo>
                <a:cubicBezTo>
                  <a:pt x="127082" y="143636"/>
                  <a:pt x="134635" y="141779"/>
                  <a:pt x="140436" y="145284"/>
                </a:cubicBezTo>
                <a:cubicBezTo>
                  <a:pt x="154971" y="154886"/>
                  <a:pt x="170449" y="162972"/>
                  <a:pt x="186632" y="169421"/>
                </a:cubicBezTo>
                <a:cubicBezTo>
                  <a:pt x="199148" y="174507"/>
                  <a:pt x="211997" y="178708"/>
                  <a:pt x="225094" y="182013"/>
                </a:cubicBezTo>
                <a:cubicBezTo>
                  <a:pt x="210197" y="186918"/>
                  <a:pt x="194319" y="188023"/>
                  <a:pt x="178898" y="185242"/>
                </a:cubicBezTo>
                <a:cubicBezTo>
                  <a:pt x="160715" y="182813"/>
                  <a:pt x="143275" y="176507"/>
                  <a:pt x="127730" y="166773"/>
                </a:cubicBezTo>
              </a:path>
            </a:pathLst>
          </a:custGeom>
          <a:solidFill>
            <a:srgbClr val="DB994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843661" y="2417801"/>
            <a:ext cx="261756" cy="277177"/>
          </a:xfrm>
          <a:custGeom>
            <a:avLst/>
            <a:gdLst/>
            <a:ahLst/>
            <a:cxnLst/>
            <a:rect l="0" t="0" r="0" b="0"/>
            <a:pathLst>
              <a:path w="261756" h="277177">
                <a:moveTo>
                  <a:pt x="1400" y="84458"/>
                </a:moveTo>
                <a:cubicBezTo>
                  <a:pt x="16554" y="38947"/>
                  <a:pt x="69856" y="0"/>
                  <a:pt x="130883" y="0"/>
                </a:cubicBezTo>
                <a:cubicBezTo>
                  <a:pt x="191919" y="0"/>
                  <a:pt x="245192" y="38947"/>
                  <a:pt x="260365" y="84458"/>
                </a:cubicBezTo>
                <a:cubicBezTo>
                  <a:pt x="261118" y="86725"/>
                  <a:pt x="261756" y="89935"/>
                  <a:pt x="260403" y="93325"/>
                </a:cubicBezTo>
                <a:cubicBezTo>
                  <a:pt x="259765" y="94926"/>
                  <a:pt x="258775" y="96373"/>
                  <a:pt x="257517" y="97545"/>
                </a:cubicBezTo>
                <a:cubicBezTo>
                  <a:pt x="253917" y="101003"/>
                  <a:pt x="249659" y="102746"/>
                  <a:pt x="245221" y="102784"/>
                </a:cubicBezTo>
                <a:lnTo>
                  <a:pt x="242449" y="102784"/>
                </a:lnTo>
                <a:cubicBezTo>
                  <a:pt x="242373" y="102860"/>
                  <a:pt x="242296" y="102927"/>
                  <a:pt x="242220" y="102993"/>
                </a:cubicBezTo>
                <a:lnTo>
                  <a:pt x="200586" y="137683"/>
                </a:lnTo>
                <a:cubicBezTo>
                  <a:pt x="199301" y="137512"/>
                  <a:pt x="198005" y="137436"/>
                  <a:pt x="196710" y="137436"/>
                </a:cubicBezTo>
                <a:lnTo>
                  <a:pt x="164820" y="137436"/>
                </a:lnTo>
                <a:lnTo>
                  <a:pt x="206387" y="102784"/>
                </a:lnTo>
                <a:lnTo>
                  <a:pt x="142427" y="102784"/>
                </a:lnTo>
                <a:lnTo>
                  <a:pt x="142427" y="137436"/>
                </a:lnTo>
                <a:lnTo>
                  <a:pt x="119329" y="137436"/>
                </a:lnTo>
                <a:lnTo>
                  <a:pt x="119329" y="102784"/>
                </a:lnTo>
                <a:lnTo>
                  <a:pt x="55759" y="102784"/>
                </a:lnTo>
                <a:lnTo>
                  <a:pt x="97783" y="137159"/>
                </a:lnTo>
                <a:lnTo>
                  <a:pt x="65065" y="137159"/>
                </a:lnTo>
                <a:cubicBezTo>
                  <a:pt x="63979" y="137436"/>
                  <a:pt x="62922" y="137502"/>
                  <a:pt x="61893" y="137626"/>
                </a:cubicBezTo>
                <a:lnTo>
                  <a:pt x="19631" y="103060"/>
                </a:lnTo>
                <a:cubicBezTo>
                  <a:pt x="19516" y="102974"/>
                  <a:pt x="19411" y="102879"/>
                  <a:pt x="19307" y="102784"/>
                </a:cubicBezTo>
                <a:lnTo>
                  <a:pt x="16544" y="102784"/>
                </a:lnTo>
                <a:cubicBezTo>
                  <a:pt x="12106" y="102746"/>
                  <a:pt x="7848" y="101003"/>
                  <a:pt x="4648" y="97936"/>
                </a:cubicBezTo>
                <a:cubicBezTo>
                  <a:pt x="2981" y="96373"/>
                  <a:pt x="1990" y="94926"/>
                  <a:pt x="1352" y="93325"/>
                </a:cubicBezTo>
                <a:cubicBezTo>
                  <a:pt x="0" y="89935"/>
                  <a:pt x="638" y="86725"/>
                  <a:pt x="1400" y="84458"/>
                </a:cubicBezTo>
                <a:moveTo>
                  <a:pt x="208254" y="263318"/>
                </a:moveTo>
                <a:cubicBezTo>
                  <a:pt x="208254" y="270243"/>
                  <a:pt x="202482" y="277177"/>
                  <a:pt x="196710" y="277177"/>
                </a:cubicBezTo>
                <a:lnTo>
                  <a:pt x="65065" y="277177"/>
                </a:lnTo>
                <a:cubicBezTo>
                  <a:pt x="58131" y="277177"/>
                  <a:pt x="53511" y="271405"/>
                  <a:pt x="53511" y="263318"/>
                </a:cubicBezTo>
                <a:lnTo>
                  <a:pt x="53511" y="168611"/>
                </a:lnTo>
                <a:cubicBezTo>
                  <a:pt x="53511" y="161686"/>
                  <a:pt x="59283" y="154752"/>
                  <a:pt x="65065" y="154752"/>
                </a:cubicBezTo>
                <a:lnTo>
                  <a:pt x="196719" y="154752"/>
                </a:lnTo>
                <a:cubicBezTo>
                  <a:pt x="203654" y="154752"/>
                  <a:pt x="208273" y="160534"/>
                  <a:pt x="208273" y="168611"/>
                </a:cubicBezTo>
                <a:lnTo>
                  <a:pt x="208273" y="263318"/>
                </a:lnTo>
                <a:moveTo>
                  <a:pt x="99945" y="191804"/>
                </a:moveTo>
                <a:cubicBezTo>
                  <a:pt x="96212" y="188823"/>
                  <a:pt x="90763" y="189423"/>
                  <a:pt x="87772" y="193157"/>
                </a:cubicBezTo>
                <a:lnTo>
                  <a:pt x="72685" y="212016"/>
                </a:lnTo>
                <a:cubicBezTo>
                  <a:pt x="70151" y="215179"/>
                  <a:pt x="70151" y="219675"/>
                  <a:pt x="72685" y="222837"/>
                </a:cubicBezTo>
                <a:lnTo>
                  <a:pt x="87772" y="241696"/>
                </a:lnTo>
                <a:cubicBezTo>
                  <a:pt x="89687" y="244182"/>
                  <a:pt x="92792" y="245440"/>
                  <a:pt x="95888" y="244983"/>
                </a:cubicBezTo>
                <a:cubicBezTo>
                  <a:pt x="98993" y="244535"/>
                  <a:pt x="101603" y="242439"/>
                  <a:pt x="102727" y="239515"/>
                </a:cubicBezTo>
                <a:cubicBezTo>
                  <a:pt x="103851" y="236591"/>
                  <a:pt x="103308" y="233286"/>
                  <a:pt x="101298" y="230876"/>
                </a:cubicBezTo>
                <a:lnTo>
                  <a:pt x="90535" y="217436"/>
                </a:lnTo>
                <a:lnTo>
                  <a:pt x="101298" y="203977"/>
                </a:lnTo>
                <a:cubicBezTo>
                  <a:pt x="104289" y="200244"/>
                  <a:pt x="103679" y="194795"/>
                  <a:pt x="99936" y="191804"/>
                </a:cubicBezTo>
                <a:moveTo>
                  <a:pt x="170230" y="192900"/>
                </a:moveTo>
                <a:cubicBezTo>
                  <a:pt x="168230" y="190461"/>
                  <a:pt x="165068" y="189290"/>
                  <a:pt x="161963" y="189861"/>
                </a:cubicBezTo>
                <a:cubicBezTo>
                  <a:pt x="158857" y="190423"/>
                  <a:pt x="156305" y="192633"/>
                  <a:pt x="155305" y="195633"/>
                </a:cubicBezTo>
                <a:cubicBezTo>
                  <a:pt x="154295" y="198624"/>
                  <a:pt x="155000" y="201920"/>
                  <a:pt x="157143" y="204244"/>
                </a:cubicBezTo>
                <a:lnTo>
                  <a:pt x="168573" y="217436"/>
                </a:lnTo>
                <a:lnTo>
                  <a:pt x="157143" y="230609"/>
                </a:lnTo>
                <a:cubicBezTo>
                  <a:pt x="154028" y="234229"/>
                  <a:pt x="154419" y="239677"/>
                  <a:pt x="158029" y="242811"/>
                </a:cubicBezTo>
                <a:cubicBezTo>
                  <a:pt x="161629" y="245935"/>
                  <a:pt x="167087" y="245564"/>
                  <a:pt x="170230" y="241963"/>
                </a:cubicBezTo>
                <a:lnTo>
                  <a:pt x="186566" y="223104"/>
                </a:lnTo>
                <a:cubicBezTo>
                  <a:pt x="189395" y="219846"/>
                  <a:pt x="189395" y="215007"/>
                  <a:pt x="186566" y="211750"/>
                </a:cubicBezTo>
                <a:lnTo>
                  <a:pt x="170230" y="192900"/>
                </a:lnTo>
                <a:moveTo>
                  <a:pt x="137731" y="173736"/>
                </a:moveTo>
                <a:cubicBezTo>
                  <a:pt x="133035" y="172793"/>
                  <a:pt x="128473" y="175831"/>
                  <a:pt x="127530" y="180527"/>
                </a:cubicBezTo>
                <a:lnTo>
                  <a:pt x="114966" y="243382"/>
                </a:lnTo>
                <a:cubicBezTo>
                  <a:pt x="114204" y="247992"/>
                  <a:pt x="117233" y="252364"/>
                  <a:pt x="121815" y="253279"/>
                </a:cubicBezTo>
                <a:cubicBezTo>
                  <a:pt x="126387" y="254203"/>
                  <a:pt x="130873" y="251326"/>
                  <a:pt x="131940" y="246783"/>
                </a:cubicBezTo>
                <a:lnTo>
                  <a:pt x="144522" y="183927"/>
                </a:lnTo>
                <a:cubicBezTo>
                  <a:pt x="145456" y="179241"/>
                  <a:pt x="142417" y="174669"/>
                  <a:pt x="137731" y="173736"/>
                </a:cubicBezTo>
              </a:path>
            </a:pathLst>
          </a:custGeom>
          <a:solidFill>
            <a:srgbClr val="6DA19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72225" y="4274776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7"/>
                  <a:pt x="12792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2"/>
                  <a:pt x="44357" y="0"/>
                  <a:pt x="28575" y="0"/>
                </a:cubicBezTo>
                <a:cubicBezTo>
                  <a:pt x="12792" y="0"/>
                  <a:pt x="0" y="12792"/>
                  <a:pt x="0" y="28575"/>
                </a:cubicBezTo>
              </a:path>
            </a:pathLst>
          </a:custGeom>
          <a:solidFill>
            <a:srgbClr val="EDE5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372225" y="4274776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28575">
            <a:solidFill>
              <a:srgbClr val="FDFBF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372225" y="3131862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7"/>
                  <a:pt x="12792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2"/>
                  <a:pt x="44357" y="0"/>
                  <a:pt x="28575" y="0"/>
                </a:cubicBezTo>
                <a:cubicBezTo>
                  <a:pt x="12792" y="0"/>
                  <a:pt x="0" y="12792"/>
                  <a:pt x="0" y="28575"/>
                </a:cubicBezTo>
              </a:path>
            </a:pathLst>
          </a:custGeom>
          <a:solidFill>
            <a:srgbClr val="EDE5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372225" y="3131862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28575">
            <a:solidFill>
              <a:srgbClr val="FDFBF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372225" y="3703320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7"/>
                  <a:pt x="12792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2"/>
                  <a:pt x="44357" y="0"/>
                  <a:pt x="28575" y="0"/>
                </a:cubicBezTo>
                <a:cubicBezTo>
                  <a:pt x="12792" y="0"/>
                  <a:pt x="0" y="12792"/>
                  <a:pt x="0" y="28575"/>
                </a:cubicBezTo>
              </a:path>
            </a:pathLst>
          </a:custGeom>
          <a:solidFill>
            <a:srgbClr val="EDE5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372225" y="3703320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28575">
            <a:solidFill>
              <a:srgbClr val="FDFBF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372225" y="2388956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7"/>
                  <a:pt x="12792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2"/>
                  <a:pt x="44357" y="0"/>
                  <a:pt x="28575" y="0"/>
                </a:cubicBezTo>
                <a:cubicBezTo>
                  <a:pt x="12792" y="0"/>
                  <a:pt x="0" y="12792"/>
                  <a:pt x="0" y="28575"/>
                </a:cubicBezTo>
              </a:path>
            </a:pathLst>
          </a:custGeom>
          <a:solidFill>
            <a:srgbClr val="EDE5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372225" y="2388956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28575">
            <a:solidFill>
              <a:srgbClr val="FDFBF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3" name="Group 32"/>
          <p:cNvGrpSpPr/>
          <p:nvPr/>
        </p:nvGrpSpPr>
        <p:grpSpPr>
          <a:xfrm>
            <a:off x="6534150" y="2303227"/>
            <a:ext cx="2117531" cy="514302"/>
            <a:chOff x="6534150" y="2303227"/>
            <a:chExt cx="2117531" cy="514302"/>
          </a:xfrm>
        </p:grpSpPr>
        <p:sp>
          <p:nvSpPr>
            <p:cNvPr id="30" name="TextBox 29"/>
            <p:cNvSpPr txBox="1"/>
            <p:nvPr/>
          </p:nvSpPr>
          <p:spPr>
            <a:xfrm>
              <a:off x="6534150" y="2303227"/>
              <a:ext cx="2435160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584053"/>
                  </a:solidFill>
                  <a:latin typeface="Montserrat"/>
                </a:rPr>
                <a:t>chk_solo_or_collab — bid is EI-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534150" y="2474677"/>
              <a:ext cx="2435160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584053"/>
                  </a:solidFill>
                  <a:latin typeface="Montserrat"/>
                </a:rPr>
                <a:t>THER solo OR consortium, never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534150" y="2646127"/>
              <a:ext cx="2435160" cy="1714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584053"/>
                  </a:solidFill>
                  <a:latin typeface="Montserrat"/>
                </a:rPr>
                <a:t>both</a:t>
              </a: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598408" y="2972152"/>
            <a:ext cx="589311" cy="124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1">
                <a:solidFill>
                  <a:srgbClr val="584053"/>
                </a:solidFill>
                <a:latin typeface="Montserrat"/>
              </a:rPr>
              <a:t>Database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408" y="2556388"/>
            <a:ext cx="275069" cy="1039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00" b="0">
                <a:solidFill>
                  <a:srgbClr val="584053"/>
                </a:solidFill>
                <a:latin typeface="Montserrat"/>
              </a:rPr>
              <a:t>Vercel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408" y="2279208"/>
            <a:ext cx="775382" cy="124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1">
                <a:solidFill>
                  <a:srgbClr val="584053"/>
                </a:solidFill>
                <a:latin typeface="Montserrat"/>
              </a:rPr>
              <a:t>Deployment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6534150" y="3046135"/>
            <a:ext cx="2032873" cy="342861"/>
            <a:chOff x="6534150" y="3046135"/>
            <a:chExt cx="2032873" cy="342861"/>
          </a:xfrm>
        </p:grpSpPr>
        <p:sp>
          <p:nvSpPr>
            <p:cNvPr id="37" name="TextBox 36"/>
            <p:cNvSpPr txBox="1"/>
            <p:nvPr/>
          </p:nvSpPr>
          <p:spPr>
            <a:xfrm>
              <a:off x="6534150" y="3046135"/>
              <a:ext cx="2337803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584053"/>
                  </a:solidFill>
                  <a:latin typeface="Montserrat"/>
                </a:rPr>
                <a:t>nda_contracts — SHA-256 hash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534150" y="3217585"/>
              <a:ext cx="2337803" cy="1714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584053"/>
                  </a:solidFill>
                  <a:latin typeface="Montserrat"/>
                </a:rPr>
                <a:t>linked to every agreement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598408" y="3260883"/>
            <a:ext cx="1407547" cy="207853"/>
            <a:chOff x="598408" y="3260883"/>
            <a:chExt cx="1407547" cy="207853"/>
          </a:xfrm>
        </p:grpSpPr>
        <p:sp>
          <p:nvSpPr>
            <p:cNvPr id="40" name="TextBox 39"/>
            <p:cNvSpPr txBox="1"/>
            <p:nvPr/>
          </p:nvSpPr>
          <p:spPr>
            <a:xfrm>
              <a:off x="598408" y="3260883"/>
              <a:ext cx="1618679" cy="1039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600" b="0">
                  <a:solidFill>
                    <a:srgbClr val="584053"/>
                  </a:solidFill>
                  <a:latin typeface="Montserrat"/>
                </a:rPr>
                <a:t>PostgreSQL with enforced business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98408" y="3364800"/>
              <a:ext cx="1618679" cy="1039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600" b="0">
                  <a:solidFill>
                    <a:srgbClr val="584053"/>
                  </a:solidFill>
                  <a:latin typeface="Montserrat"/>
                </a:rPr>
                <a:t>logic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598408" y="1863450"/>
            <a:ext cx="1248375" cy="311799"/>
            <a:chOff x="598408" y="1863450"/>
            <a:chExt cx="1248375" cy="311799"/>
          </a:xfrm>
        </p:grpSpPr>
        <p:sp>
          <p:nvSpPr>
            <p:cNvPr id="43" name="TextBox 42"/>
            <p:cNvSpPr txBox="1"/>
            <p:nvPr/>
          </p:nvSpPr>
          <p:spPr>
            <a:xfrm>
              <a:off x="598408" y="1863450"/>
              <a:ext cx="1435631" cy="1040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600" b="0">
                  <a:solidFill>
                    <a:srgbClr val="584053"/>
                  </a:solidFill>
                  <a:latin typeface="Montserrat"/>
                </a:rPr>
                <a:t>Solo/consortium bids, SHA-256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98408" y="1967462"/>
              <a:ext cx="1435631" cy="1039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600" b="0">
                  <a:solidFill>
                    <a:srgbClr val="584053"/>
                  </a:solidFill>
                  <a:latin typeface="Montserrat"/>
                </a:rPr>
                <a:t>hashes, KPI triggers, replication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98408" y="2071380"/>
              <a:ext cx="1435631" cy="1038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600" b="0">
                  <a:solidFill>
                    <a:srgbClr val="584053"/>
                  </a:solidFill>
                  <a:latin typeface="Montserrat"/>
                </a:rPr>
                <a:t>tracking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598408" y="3665095"/>
            <a:ext cx="576845" cy="124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1">
                <a:solidFill>
                  <a:srgbClr val="584053"/>
                </a:solidFill>
                <a:latin typeface="Montserrat"/>
              </a:rPr>
              <a:t>Frontend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0525" y="371474"/>
            <a:ext cx="4928912" cy="3600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700" b="1">
                <a:solidFill>
                  <a:srgbClr val="584053"/>
                </a:solidFill>
                <a:latin typeface="Montserrat"/>
              </a:rPr>
              <a:t>Tech Stack &amp; Database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6305550" y="1343110"/>
            <a:ext cx="2439714" cy="617219"/>
            <a:chOff x="6305550" y="1343110"/>
            <a:chExt cx="2439714" cy="617219"/>
          </a:xfrm>
        </p:grpSpPr>
        <p:sp>
          <p:nvSpPr>
            <p:cNvPr id="49" name="TextBox 48"/>
            <p:cNvSpPr txBox="1"/>
            <p:nvPr/>
          </p:nvSpPr>
          <p:spPr>
            <a:xfrm>
              <a:off x="6305550" y="1343110"/>
              <a:ext cx="28056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300" b="0">
                  <a:solidFill>
                    <a:srgbClr val="584053"/>
                  </a:solidFill>
                  <a:latin typeface="Montserrat"/>
                </a:rPr>
                <a:t>Modern architecture with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305550" y="1548850"/>
              <a:ext cx="2805671" cy="205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300" b="0">
                  <a:solidFill>
                    <a:srgbClr val="584053"/>
                  </a:solidFill>
                  <a:latin typeface="Montserrat"/>
                </a:rPr>
                <a:t>enforced business logic and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305550" y="1754590"/>
              <a:ext cx="2805671" cy="205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300" b="0">
                  <a:solidFill>
                    <a:srgbClr val="584053"/>
                  </a:solidFill>
                  <a:latin typeface="Montserrat"/>
                </a:rPr>
                <a:t>constraints.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6534150" y="3617593"/>
            <a:ext cx="2082755" cy="342861"/>
            <a:chOff x="6534150" y="3617593"/>
            <a:chExt cx="2082755" cy="342861"/>
          </a:xfrm>
        </p:grpSpPr>
        <p:sp>
          <p:nvSpPr>
            <p:cNvPr id="53" name="TextBox 52"/>
            <p:cNvSpPr txBox="1"/>
            <p:nvPr/>
          </p:nvSpPr>
          <p:spPr>
            <a:xfrm>
              <a:off x="6534150" y="3617593"/>
              <a:ext cx="2395168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584053"/>
                  </a:solidFill>
                  <a:latin typeface="Montserrat"/>
                </a:rPr>
                <a:t>pilots — KPI ≥ 80% triggers auto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6534150" y="3789043"/>
              <a:ext cx="2395168" cy="1714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584053"/>
                  </a:solidFill>
                  <a:latin typeface="Montserrat"/>
                </a:rPr>
                <a:t>Purchase Order</a:t>
              </a: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598408" y="3942276"/>
            <a:ext cx="1613760" cy="1039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00" b="0">
                <a:solidFill>
                  <a:srgbClr val="584053"/>
                </a:solidFill>
                <a:latin typeface="Montserrat"/>
              </a:rPr>
              <a:t>React, TypeScript, Tailwind CSS, Vite</a:t>
            </a:r>
          </a:p>
        </p:txBody>
      </p:sp>
      <p:grpSp>
        <p:nvGrpSpPr>
          <p:cNvPr id="59" name="Group 58"/>
          <p:cNvGrpSpPr/>
          <p:nvPr/>
        </p:nvGrpSpPr>
        <p:grpSpPr>
          <a:xfrm>
            <a:off x="6534150" y="4189049"/>
            <a:ext cx="2072039" cy="342861"/>
            <a:chOff x="6534150" y="4189049"/>
            <a:chExt cx="2072039" cy="342861"/>
          </a:xfrm>
        </p:grpSpPr>
        <p:sp>
          <p:nvSpPr>
            <p:cNvPr id="57" name="TextBox 56"/>
            <p:cNvSpPr txBox="1"/>
            <p:nvPr/>
          </p:nvSpPr>
          <p:spPr>
            <a:xfrm>
              <a:off x="6534150" y="4189049"/>
              <a:ext cx="2382844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584053"/>
                  </a:solidFill>
                  <a:latin typeface="Montserrat"/>
                </a:rPr>
                <a:t>scale_adoptions — cross-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6534150" y="4360499"/>
              <a:ext cx="2382844" cy="1714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584053"/>
                  </a:solidFill>
                  <a:latin typeface="Montserrat"/>
                </a:rPr>
                <a:t>department replication tracking</a:t>
              </a: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598408" y="1586264"/>
            <a:ext cx="714315" cy="124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1">
                <a:solidFill>
                  <a:srgbClr val="584053"/>
                </a:solidFill>
                <a:latin typeface="Montserrat"/>
              </a:rPr>
              <a:t>Constraints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286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1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B88F3D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613105" y="1339706"/>
            <a:ext cx="2722187" cy="710155"/>
          </a:xfrm>
          <a:custGeom>
            <a:avLst/>
            <a:gdLst/>
            <a:ahLst/>
            <a:cxnLst/>
            <a:rect l="0" t="0" r="0" b="0"/>
            <a:pathLst>
              <a:path w="2722187" h="710155">
                <a:moveTo>
                  <a:pt x="236715" y="611524"/>
                </a:moveTo>
                <a:cubicBezTo>
                  <a:pt x="236715" y="665997"/>
                  <a:pt x="280873" y="710155"/>
                  <a:pt x="335337" y="710155"/>
                </a:cubicBezTo>
                <a:lnTo>
                  <a:pt x="2623556" y="710155"/>
                </a:lnTo>
                <a:cubicBezTo>
                  <a:pt x="2678020" y="710155"/>
                  <a:pt x="2722187" y="665997"/>
                  <a:pt x="2722187" y="611524"/>
                </a:cubicBezTo>
                <a:lnTo>
                  <a:pt x="2722187" y="98631"/>
                </a:lnTo>
                <a:cubicBezTo>
                  <a:pt x="2722187" y="44157"/>
                  <a:pt x="2678029" y="0"/>
                  <a:pt x="2623556" y="0"/>
                </a:cubicBezTo>
                <a:lnTo>
                  <a:pt x="335337" y="0"/>
                </a:lnTo>
                <a:cubicBezTo>
                  <a:pt x="280873" y="0"/>
                  <a:pt x="236715" y="44157"/>
                  <a:pt x="236715" y="98631"/>
                </a:cubicBezTo>
                <a:lnTo>
                  <a:pt x="236715" y="118357"/>
                </a:lnTo>
                <a:cubicBezTo>
                  <a:pt x="367445" y="118357"/>
                  <a:pt x="473421" y="224332"/>
                  <a:pt x="473421" y="355063"/>
                </a:cubicBezTo>
                <a:cubicBezTo>
                  <a:pt x="473421" y="485803"/>
                  <a:pt x="367445" y="591778"/>
                  <a:pt x="236715" y="591778"/>
                </a:cubicBezTo>
                <a:lnTo>
                  <a:pt x="236715" y="611504"/>
                </a:lnTo>
                <a:moveTo>
                  <a:pt x="0" y="355063"/>
                </a:moveTo>
                <a:cubicBezTo>
                  <a:pt x="0" y="485803"/>
                  <a:pt x="105975" y="591778"/>
                  <a:pt x="236715" y="591778"/>
                </a:cubicBezTo>
                <a:cubicBezTo>
                  <a:pt x="367445" y="591778"/>
                  <a:pt x="473421" y="485803"/>
                  <a:pt x="473421" y="355063"/>
                </a:cubicBezTo>
                <a:cubicBezTo>
                  <a:pt x="473421" y="224332"/>
                  <a:pt x="367445" y="118357"/>
                  <a:pt x="236715" y="118357"/>
                </a:cubicBezTo>
                <a:cubicBezTo>
                  <a:pt x="105975" y="118357"/>
                  <a:pt x="0" y="224332"/>
                  <a:pt x="0" y="355063"/>
                </a:cubicBezTo>
              </a:path>
            </a:pathLst>
          </a:custGeom>
          <a:solidFill>
            <a:srgbClr val="DB9941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613105" y="1339706"/>
            <a:ext cx="2722183" cy="710134"/>
          </a:xfrm>
          <a:custGeom>
            <a:avLst/>
            <a:gdLst/>
            <a:ahLst/>
            <a:cxnLst/>
            <a:rect l="0" t="0" r="0" b="0"/>
            <a:pathLst>
              <a:path w="2722183" h="710134">
                <a:moveTo>
                  <a:pt x="0" y="355067"/>
                </a:moveTo>
                <a:cubicBezTo>
                  <a:pt x="0" y="485799"/>
                  <a:pt x="105979" y="591778"/>
                  <a:pt x="236711" y="591778"/>
                </a:cubicBezTo>
                <a:cubicBezTo>
                  <a:pt x="367443" y="591778"/>
                  <a:pt x="473423" y="485799"/>
                  <a:pt x="473423" y="355067"/>
                </a:cubicBezTo>
                <a:cubicBezTo>
                  <a:pt x="473423" y="224335"/>
                  <a:pt x="367443" y="118355"/>
                  <a:pt x="236711" y="118355"/>
                </a:cubicBezTo>
                <a:cubicBezTo>
                  <a:pt x="105979" y="118355"/>
                  <a:pt x="0" y="224335"/>
                  <a:pt x="0" y="355067"/>
                </a:cubicBezTo>
                <a:moveTo>
                  <a:pt x="236711" y="591778"/>
                </a:moveTo>
                <a:lnTo>
                  <a:pt x="236711" y="611504"/>
                </a:lnTo>
                <a:moveTo>
                  <a:pt x="2722183" y="611504"/>
                </a:moveTo>
                <a:lnTo>
                  <a:pt x="2722183" y="601641"/>
                </a:lnTo>
                <a:lnTo>
                  <a:pt x="2722183" y="591778"/>
                </a:lnTo>
                <a:moveTo>
                  <a:pt x="236711" y="118355"/>
                </a:moveTo>
                <a:lnTo>
                  <a:pt x="236711" y="98629"/>
                </a:lnTo>
                <a:cubicBezTo>
                  <a:pt x="236711" y="44158"/>
                  <a:pt x="280870" y="0"/>
                  <a:pt x="335341" y="0"/>
                </a:cubicBezTo>
                <a:lnTo>
                  <a:pt x="2623553" y="0"/>
                </a:lnTo>
                <a:cubicBezTo>
                  <a:pt x="2678025" y="0"/>
                  <a:pt x="2722183" y="44158"/>
                  <a:pt x="2722183" y="98629"/>
                </a:cubicBezTo>
                <a:lnTo>
                  <a:pt x="2722183" y="591778"/>
                </a:lnTo>
                <a:moveTo>
                  <a:pt x="236711" y="611504"/>
                </a:moveTo>
                <a:cubicBezTo>
                  <a:pt x="236711" y="665977"/>
                  <a:pt x="280870" y="710134"/>
                  <a:pt x="335341" y="710134"/>
                </a:cubicBezTo>
                <a:lnTo>
                  <a:pt x="2623553" y="710134"/>
                </a:lnTo>
                <a:cubicBezTo>
                  <a:pt x="2678025" y="710134"/>
                  <a:pt x="2722183" y="665977"/>
                  <a:pt x="2722183" y="611504"/>
                </a:cubicBezTo>
              </a:path>
            </a:pathLst>
          </a:custGeom>
          <a:noFill/>
          <a:ln w="29589">
            <a:solidFill>
              <a:srgbClr val="FDFBF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6" name="Group 5"/>
          <p:cNvGrpSpPr/>
          <p:nvPr/>
        </p:nvGrpSpPr>
        <p:grpSpPr>
          <a:xfrm>
            <a:off x="4453644" y="1605238"/>
            <a:ext cx="334327" cy="179070"/>
            <a:chOff x="4453644" y="1605238"/>
            <a:chExt cx="334327" cy="179070"/>
          </a:xfrm>
        </p:grpSpPr>
        <p:sp>
          <p:nvSpPr>
            <p:cNvPr id="4" name="Rounded Rectangle 3"/>
            <p:cNvSpPr/>
            <p:nvPr/>
          </p:nvSpPr>
          <p:spPr>
            <a:xfrm>
              <a:off x="4453644" y="1694773"/>
              <a:ext cx="327660" cy="9525"/>
            </a:xfrm>
            <a:custGeom>
              <a:avLst/>
              <a:gdLst/>
              <a:ahLst/>
              <a:cxnLst/>
              <a:rect l="0" t="0" r="0" b="0"/>
              <a:pathLst>
                <a:path w="327660" h="9525">
                  <a:moveTo>
                    <a:pt x="0" y="0"/>
                  </a:moveTo>
                  <a:lnTo>
                    <a:pt x="327660" y="0"/>
                  </a:lnTo>
                </a:path>
              </a:pathLst>
            </a:custGeom>
            <a:noFill/>
            <a:ln w="29589">
              <a:solidFill>
                <a:srgbClr val="584053">
                  <a:alpha val="9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699389" y="1605238"/>
              <a:ext cx="88582" cy="179070"/>
            </a:xfrm>
            <a:custGeom>
              <a:avLst/>
              <a:gdLst/>
              <a:ahLst/>
              <a:cxnLst/>
              <a:rect l="0" t="0" r="0" b="0"/>
              <a:pathLst>
                <a:path w="88582" h="179070">
                  <a:moveTo>
                    <a:pt x="0" y="179070"/>
                  </a:moveTo>
                  <a:lnTo>
                    <a:pt x="88582" y="89535"/>
                  </a:lnTo>
                  <a:lnTo>
                    <a:pt x="0" y="0"/>
                  </a:lnTo>
                </a:path>
              </a:pathLst>
            </a:custGeom>
            <a:noFill/>
            <a:ln w="29589">
              <a:solidFill>
                <a:srgbClr val="584053">
                  <a:alpha val="9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7" name="Rounded Rectangle 6"/>
          <p:cNvSpPr/>
          <p:nvPr/>
        </p:nvSpPr>
        <p:spPr>
          <a:xfrm>
            <a:off x="4927067" y="1339706"/>
            <a:ext cx="2722187" cy="710155"/>
          </a:xfrm>
          <a:custGeom>
            <a:avLst/>
            <a:gdLst/>
            <a:ahLst/>
            <a:cxnLst/>
            <a:rect l="0" t="0" r="0" b="0"/>
            <a:pathLst>
              <a:path w="2722187" h="710155">
                <a:moveTo>
                  <a:pt x="2248757" y="355063"/>
                </a:moveTo>
                <a:cubicBezTo>
                  <a:pt x="2248757" y="485803"/>
                  <a:pt x="2354741" y="591778"/>
                  <a:pt x="2485472" y="591778"/>
                </a:cubicBezTo>
                <a:cubicBezTo>
                  <a:pt x="2616203" y="591778"/>
                  <a:pt x="2722187" y="485803"/>
                  <a:pt x="2722187" y="355063"/>
                </a:cubicBezTo>
                <a:cubicBezTo>
                  <a:pt x="2722187" y="224332"/>
                  <a:pt x="2616203" y="118357"/>
                  <a:pt x="2485472" y="118357"/>
                </a:cubicBezTo>
                <a:cubicBezTo>
                  <a:pt x="2354741" y="118357"/>
                  <a:pt x="2248757" y="224332"/>
                  <a:pt x="2248757" y="355063"/>
                </a:cubicBezTo>
                <a:moveTo>
                  <a:pt x="2485472" y="611524"/>
                </a:moveTo>
                <a:cubicBezTo>
                  <a:pt x="2485472" y="665997"/>
                  <a:pt x="2441314" y="710155"/>
                  <a:pt x="2386841" y="710155"/>
                </a:cubicBezTo>
                <a:lnTo>
                  <a:pt x="98631" y="710155"/>
                </a:lnTo>
                <a:cubicBezTo>
                  <a:pt x="44157" y="710155"/>
                  <a:pt x="0" y="665997"/>
                  <a:pt x="0" y="611524"/>
                </a:cubicBezTo>
                <a:lnTo>
                  <a:pt x="0" y="98631"/>
                </a:lnTo>
                <a:cubicBezTo>
                  <a:pt x="0" y="44157"/>
                  <a:pt x="44157" y="0"/>
                  <a:pt x="98631" y="0"/>
                </a:cubicBezTo>
                <a:lnTo>
                  <a:pt x="2386841" y="0"/>
                </a:lnTo>
                <a:cubicBezTo>
                  <a:pt x="2441314" y="0"/>
                  <a:pt x="2485472" y="44157"/>
                  <a:pt x="2485472" y="98631"/>
                </a:cubicBezTo>
                <a:lnTo>
                  <a:pt x="2485472" y="118357"/>
                </a:lnTo>
                <a:cubicBezTo>
                  <a:pt x="2354741" y="118357"/>
                  <a:pt x="2248757" y="224332"/>
                  <a:pt x="2248757" y="355063"/>
                </a:cubicBezTo>
                <a:cubicBezTo>
                  <a:pt x="2248757" y="485803"/>
                  <a:pt x="2354741" y="591778"/>
                  <a:pt x="2485472" y="591778"/>
                </a:cubicBezTo>
                <a:lnTo>
                  <a:pt x="2485472" y="611504"/>
                </a:lnTo>
              </a:path>
            </a:pathLst>
          </a:custGeom>
          <a:solidFill>
            <a:srgbClr val="E16338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927067" y="1339706"/>
            <a:ext cx="2722183" cy="710134"/>
          </a:xfrm>
          <a:custGeom>
            <a:avLst/>
            <a:gdLst/>
            <a:ahLst/>
            <a:cxnLst/>
            <a:rect l="0" t="0" r="0" b="0"/>
            <a:pathLst>
              <a:path w="2722183" h="710134">
                <a:moveTo>
                  <a:pt x="2485471" y="591778"/>
                </a:moveTo>
                <a:lnTo>
                  <a:pt x="2485471" y="611504"/>
                </a:lnTo>
                <a:moveTo>
                  <a:pt x="0" y="611504"/>
                </a:moveTo>
                <a:lnTo>
                  <a:pt x="0" y="601641"/>
                </a:lnTo>
                <a:lnTo>
                  <a:pt x="0" y="591778"/>
                </a:lnTo>
                <a:moveTo>
                  <a:pt x="2485471" y="118355"/>
                </a:moveTo>
                <a:lnTo>
                  <a:pt x="2485471" y="98629"/>
                </a:lnTo>
                <a:cubicBezTo>
                  <a:pt x="2485471" y="44158"/>
                  <a:pt x="2441313" y="0"/>
                  <a:pt x="2386841" y="0"/>
                </a:cubicBezTo>
                <a:lnTo>
                  <a:pt x="98629" y="0"/>
                </a:lnTo>
                <a:cubicBezTo>
                  <a:pt x="44158" y="0"/>
                  <a:pt x="0" y="44158"/>
                  <a:pt x="0" y="98629"/>
                </a:cubicBezTo>
                <a:lnTo>
                  <a:pt x="0" y="591778"/>
                </a:lnTo>
                <a:moveTo>
                  <a:pt x="2485471" y="611504"/>
                </a:moveTo>
                <a:cubicBezTo>
                  <a:pt x="2485471" y="665977"/>
                  <a:pt x="2441313" y="710134"/>
                  <a:pt x="2386841" y="710134"/>
                </a:cubicBezTo>
                <a:lnTo>
                  <a:pt x="98629" y="710134"/>
                </a:lnTo>
                <a:cubicBezTo>
                  <a:pt x="44158" y="710134"/>
                  <a:pt x="0" y="665977"/>
                  <a:pt x="0" y="611504"/>
                </a:cubicBezTo>
                <a:moveTo>
                  <a:pt x="2248760" y="355067"/>
                </a:moveTo>
                <a:cubicBezTo>
                  <a:pt x="2248760" y="485799"/>
                  <a:pt x="2354739" y="591778"/>
                  <a:pt x="2485472" y="591778"/>
                </a:cubicBezTo>
                <a:cubicBezTo>
                  <a:pt x="2616204" y="591778"/>
                  <a:pt x="2722183" y="485799"/>
                  <a:pt x="2722183" y="355067"/>
                </a:cubicBezTo>
                <a:cubicBezTo>
                  <a:pt x="2722183" y="224335"/>
                  <a:pt x="2616204" y="118355"/>
                  <a:pt x="2485472" y="118355"/>
                </a:cubicBezTo>
                <a:cubicBezTo>
                  <a:pt x="2354739" y="118355"/>
                  <a:pt x="2248760" y="224335"/>
                  <a:pt x="2248760" y="355067"/>
                </a:cubicBezTo>
              </a:path>
            </a:pathLst>
          </a:custGeom>
          <a:noFill/>
          <a:ln w="29589">
            <a:solidFill>
              <a:srgbClr val="FDFBF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613105" y="2168197"/>
            <a:ext cx="2722187" cy="710155"/>
          </a:xfrm>
          <a:custGeom>
            <a:avLst/>
            <a:gdLst/>
            <a:ahLst/>
            <a:cxnLst/>
            <a:rect l="0" t="0" r="0" b="0"/>
            <a:pathLst>
              <a:path w="2722187" h="710155">
                <a:moveTo>
                  <a:pt x="236715" y="611524"/>
                </a:moveTo>
                <a:cubicBezTo>
                  <a:pt x="236715" y="665997"/>
                  <a:pt x="280873" y="710155"/>
                  <a:pt x="335337" y="710155"/>
                </a:cubicBezTo>
                <a:lnTo>
                  <a:pt x="2623556" y="710155"/>
                </a:lnTo>
                <a:cubicBezTo>
                  <a:pt x="2678020" y="710155"/>
                  <a:pt x="2722187" y="665997"/>
                  <a:pt x="2722187" y="611524"/>
                </a:cubicBezTo>
                <a:lnTo>
                  <a:pt x="2722187" y="98631"/>
                </a:lnTo>
                <a:cubicBezTo>
                  <a:pt x="2722187" y="44157"/>
                  <a:pt x="2678029" y="0"/>
                  <a:pt x="2623556" y="0"/>
                </a:cubicBezTo>
                <a:lnTo>
                  <a:pt x="335337" y="0"/>
                </a:lnTo>
                <a:cubicBezTo>
                  <a:pt x="280873" y="0"/>
                  <a:pt x="236715" y="44157"/>
                  <a:pt x="236715" y="98631"/>
                </a:cubicBezTo>
                <a:lnTo>
                  <a:pt x="236715" y="118357"/>
                </a:lnTo>
                <a:cubicBezTo>
                  <a:pt x="367445" y="118357"/>
                  <a:pt x="473421" y="224332"/>
                  <a:pt x="473421" y="355063"/>
                </a:cubicBezTo>
                <a:cubicBezTo>
                  <a:pt x="473421" y="485803"/>
                  <a:pt x="367445" y="591778"/>
                  <a:pt x="236715" y="591778"/>
                </a:cubicBezTo>
                <a:lnTo>
                  <a:pt x="236715" y="611504"/>
                </a:lnTo>
                <a:moveTo>
                  <a:pt x="0" y="355063"/>
                </a:moveTo>
                <a:cubicBezTo>
                  <a:pt x="0" y="485803"/>
                  <a:pt x="105975" y="591778"/>
                  <a:pt x="236715" y="591778"/>
                </a:cubicBezTo>
                <a:cubicBezTo>
                  <a:pt x="367445" y="591778"/>
                  <a:pt x="473421" y="485803"/>
                  <a:pt x="473421" y="355063"/>
                </a:cubicBezTo>
                <a:cubicBezTo>
                  <a:pt x="473421" y="224332"/>
                  <a:pt x="367445" y="118357"/>
                  <a:pt x="236715" y="118357"/>
                </a:cubicBezTo>
                <a:cubicBezTo>
                  <a:pt x="105975" y="118357"/>
                  <a:pt x="0" y="224332"/>
                  <a:pt x="0" y="355063"/>
                </a:cubicBezTo>
              </a:path>
            </a:pathLst>
          </a:custGeom>
          <a:solidFill>
            <a:srgbClr val="DB9941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613105" y="2168197"/>
            <a:ext cx="2722183" cy="710134"/>
          </a:xfrm>
          <a:custGeom>
            <a:avLst/>
            <a:gdLst/>
            <a:ahLst/>
            <a:cxnLst/>
            <a:rect l="0" t="0" r="0" b="0"/>
            <a:pathLst>
              <a:path w="2722183" h="710134">
                <a:moveTo>
                  <a:pt x="0" y="355067"/>
                </a:moveTo>
                <a:cubicBezTo>
                  <a:pt x="0" y="485799"/>
                  <a:pt x="105979" y="591778"/>
                  <a:pt x="236711" y="591778"/>
                </a:cubicBezTo>
                <a:cubicBezTo>
                  <a:pt x="367443" y="591778"/>
                  <a:pt x="473423" y="485799"/>
                  <a:pt x="473423" y="355067"/>
                </a:cubicBezTo>
                <a:cubicBezTo>
                  <a:pt x="473423" y="224335"/>
                  <a:pt x="367443" y="118355"/>
                  <a:pt x="236711" y="118355"/>
                </a:cubicBezTo>
                <a:cubicBezTo>
                  <a:pt x="105979" y="118355"/>
                  <a:pt x="0" y="224335"/>
                  <a:pt x="0" y="355067"/>
                </a:cubicBezTo>
                <a:moveTo>
                  <a:pt x="236711" y="591778"/>
                </a:moveTo>
                <a:lnTo>
                  <a:pt x="236711" y="611504"/>
                </a:lnTo>
                <a:moveTo>
                  <a:pt x="2722183" y="611504"/>
                </a:moveTo>
                <a:lnTo>
                  <a:pt x="2722183" y="601641"/>
                </a:lnTo>
                <a:lnTo>
                  <a:pt x="2722183" y="591778"/>
                </a:lnTo>
                <a:moveTo>
                  <a:pt x="236711" y="118355"/>
                </a:moveTo>
                <a:lnTo>
                  <a:pt x="236711" y="98629"/>
                </a:lnTo>
                <a:cubicBezTo>
                  <a:pt x="236711" y="44158"/>
                  <a:pt x="280870" y="0"/>
                  <a:pt x="335341" y="0"/>
                </a:cubicBezTo>
                <a:lnTo>
                  <a:pt x="2623553" y="0"/>
                </a:lnTo>
                <a:cubicBezTo>
                  <a:pt x="2678025" y="0"/>
                  <a:pt x="2722183" y="44158"/>
                  <a:pt x="2722183" y="98629"/>
                </a:cubicBezTo>
                <a:lnTo>
                  <a:pt x="2722183" y="591778"/>
                </a:lnTo>
                <a:moveTo>
                  <a:pt x="236711" y="611504"/>
                </a:moveTo>
                <a:cubicBezTo>
                  <a:pt x="236711" y="665977"/>
                  <a:pt x="280870" y="710134"/>
                  <a:pt x="335341" y="710134"/>
                </a:cubicBezTo>
                <a:lnTo>
                  <a:pt x="2623553" y="710134"/>
                </a:lnTo>
                <a:cubicBezTo>
                  <a:pt x="2678025" y="710134"/>
                  <a:pt x="2722183" y="665977"/>
                  <a:pt x="2722183" y="611504"/>
                </a:cubicBezTo>
              </a:path>
            </a:pathLst>
          </a:custGeom>
          <a:noFill/>
          <a:ln w="29589">
            <a:solidFill>
              <a:srgbClr val="FDFBF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3" name="Group 12"/>
          <p:cNvGrpSpPr/>
          <p:nvPr/>
        </p:nvGrpSpPr>
        <p:grpSpPr>
          <a:xfrm>
            <a:off x="4453644" y="2433729"/>
            <a:ext cx="334327" cy="179069"/>
            <a:chOff x="4453644" y="2433729"/>
            <a:chExt cx="334327" cy="179069"/>
          </a:xfrm>
        </p:grpSpPr>
        <p:sp>
          <p:nvSpPr>
            <p:cNvPr id="11" name="Rounded Rectangle 10"/>
            <p:cNvSpPr/>
            <p:nvPr/>
          </p:nvSpPr>
          <p:spPr>
            <a:xfrm>
              <a:off x="4453644" y="2523264"/>
              <a:ext cx="327660" cy="9525"/>
            </a:xfrm>
            <a:custGeom>
              <a:avLst/>
              <a:gdLst/>
              <a:ahLst/>
              <a:cxnLst/>
              <a:rect l="0" t="0" r="0" b="0"/>
              <a:pathLst>
                <a:path w="327660" h="9525">
                  <a:moveTo>
                    <a:pt x="0" y="0"/>
                  </a:moveTo>
                  <a:lnTo>
                    <a:pt x="327660" y="0"/>
                  </a:lnTo>
                </a:path>
              </a:pathLst>
            </a:custGeom>
            <a:noFill/>
            <a:ln w="29589">
              <a:solidFill>
                <a:srgbClr val="584053">
                  <a:alpha val="9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699389" y="2433729"/>
              <a:ext cx="88582" cy="179069"/>
            </a:xfrm>
            <a:custGeom>
              <a:avLst/>
              <a:gdLst/>
              <a:ahLst/>
              <a:cxnLst/>
              <a:rect l="0" t="0" r="0" b="0"/>
              <a:pathLst>
                <a:path w="88582" h="179069">
                  <a:moveTo>
                    <a:pt x="0" y="179069"/>
                  </a:moveTo>
                  <a:lnTo>
                    <a:pt x="88582" y="89535"/>
                  </a:lnTo>
                  <a:lnTo>
                    <a:pt x="0" y="0"/>
                  </a:lnTo>
                </a:path>
              </a:pathLst>
            </a:custGeom>
            <a:noFill/>
            <a:ln w="29589">
              <a:solidFill>
                <a:srgbClr val="584053">
                  <a:alpha val="9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4" name="Rounded Rectangle 13"/>
          <p:cNvSpPr/>
          <p:nvPr/>
        </p:nvSpPr>
        <p:spPr>
          <a:xfrm>
            <a:off x="4927067" y="2168197"/>
            <a:ext cx="2722187" cy="710155"/>
          </a:xfrm>
          <a:custGeom>
            <a:avLst/>
            <a:gdLst/>
            <a:ahLst/>
            <a:cxnLst/>
            <a:rect l="0" t="0" r="0" b="0"/>
            <a:pathLst>
              <a:path w="2722187" h="710155">
                <a:moveTo>
                  <a:pt x="2248757" y="355063"/>
                </a:moveTo>
                <a:cubicBezTo>
                  <a:pt x="2248757" y="485803"/>
                  <a:pt x="2354741" y="591778"/>
                  <a:pt x="2485472" y="591778"/>
                </a:cubicBezTo>
                <a:cubicBezTo>
                  <a:pt x="2616203" y="591778"/>
                  <a:pt x="2722187" y="485803"/>
                  <a:pt x="2722187" y="355063"/>
                </a:cubicBezTo>
                <a:cubicBezTo>
                  <a:pt x="2722187" y="224332"/>
                  <a:pt x="2616203" y="118357"/>
                  <a:pt x="2485472" y="118357"/>
                </a:cubicBezTo>
                <a:cubicBezTo>
                  <a:pt x="2354741" y="118357"/>
                  <a:pt x="2248757" y="224332"/>
                  <a:pt x="2248757" y="355063"/>
                </a:cubicBezTo>
                <a:moveTo>
                  <a:pt x="2485472" y="611524"/>
                </a:moveTo>
                <a:cubicBezTo>
                  <a:pt x="2485472" y="665997"/>
                  <a:pt x="2441314" y="710155"/>
                  <a:pt x="2386841" y="710155"/>
                </a:cubicBezTo>
                <a:lnTo>
                  <a:pt x="98631" y="710155"/>
                </a:lnTo>
                <a:cubicBezTo>
                  <a:pt x="44157" y="710155"/>
                  <a:pt x="0" y="665997"/>
                  <a:pt x="0" y="611524"/>
                </a:cubicBezTo>
                <a:lnTo>
                  <a:pt x="0" y="98631"/>
                </a:lnTo>
                <a:cubicBezTo>
                  <a:pt x="0" y="44157"/>
                  <a:pt x="44157" y="0"/>
                  <a:pt x="98631" y="0"/>
                </a:cubicBezTo>
                <a:lnTo>
                  <a:pt x="2386841" y="0"/>
                </a:lnTo>
                <a:cubicBezTo>
                  <a:pt x="2441314" y="0"/>
                  <a:pt x="2485472" y="44157"/>
                  <a:pt x="2485472" y="98631"/>
                </a:cubicBezTo>
                <a:lnTo>
                  <a:pt x="2485472" y="118357"/>
                </a:lnTo>
                <a:cubicBezTo>
                  <a:pt x="2354741" y="118357"/>
                  <a:pt x="2248757" y="224332"/>
                  <a:pt x="2248757" y="355063"/>
                </a:cubicBezTo>
                <a:cubicBezTo>
                  <a:pt x="2248757" y="485803"/>
                  <a:pt x="2354741" y="591778"/>
                  <a:pt x="2485472" y="591778"/>
                </a:cubicBezTo>
                <a:lnTo>
                  <a:pt x="2485472" y="611504"/>
                </a:lnTo>
              </a:path>
            </a:pathLst>
          </a:custGeom>
          <a:solidFill>
            <a:srgbClr val="E16338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927067" y="2168197"/>
            <a:ext cx="2722183" cy="710134"/>
          </a:xfrm>
          <a:custGeom>
            <a:avLst/>
            <a:gdLst/>
            <a:ahLst/>
            <a:cxnLst/>
            <a:rect l="0" t="0" r="0" b="0"/>
            <a:pathLst>
              <a:path w="2722183" h="710134">
                <a:moveTo>
                  <a:pt x="2485471" y="591778"/>
                </a:moveTo>
                <a:lnTo>
                  <a:pt x="2485471" y="611504"/>
                </a:lnTo>
                <a:moveTo>
                  <a:pt x="0" y="611504"/>
                </a:moveTo>
                <a:lnTo>
                  <a:pt x="0" y="601641"/>
                </a:lnTo>
                <a:lnTo>
                  <a:pt x="0" y="591778"/>
                </a:lnTo>
                <a:moveTo>
                  <a:pt x="2485471" y="118355"/>
                </a:moveTo>
                <a:lnTo>
                  <a:pt x="2485471" y="98629"/>
                </a:lnTo>
                <a:cubicBezTo>
                  <a:pt x="2485471" y="44158"/>
                  <a:pt x="2441313" y="0"/>
                  <a:pt x="2386841" y="0"/>
                </a:cubicBezTo>
                <a:lnTo>
                  <a:pt x="98629" y="0"/>
                </a:lnTo>
                <a:cubicBezTo>
                  <a:pt x="44158" y="0"/>
                  <a:pt x="0" y="44158"/>
                  <a:pt x="0" y="98629"/>
                </a:cubicBezTo>
                <a:lnTo>
                  <a:pt x="0" y="591778"/>
                </a:lnTo>
                <a:moveTo>
                  <a:pt x="2485471" y="611504"/>
                </a:moveTo>
                <a:cubicBezTo>
                  <a:pt x="2485471" y="665977"/>
                  <a:pt x="2441313" y="710134"/>
                  <a:pt x="2386841" y="710134"/>
                </a:cubicBezTo>
                <a:lnTo>
                  <a:pt x="98629" y="710134"/>
                </a:lnTo>
                <a:cubicBezTo>
                  <a:pt x="44158" y="710134"/>
                  <a:pt x="0" y="665977"/>
                  <a:pt x="0" y="611504"/>
                </a:cubicBezTo>
                <a:moveTo>
                  <a:pt x="2248760" y="355067"/>
                </a:moveTo>
                <a:cubicBezTo>
                  <a:pt x="2248760" y="485799"/>
                  <a:pt x="2354739" y="591778"/>
                  <a:pt x="2485472" y="591778"/>
                </a:cubicBezTo>
                <a:cubicBezTo>
                  <a:pt x="2616204" y="591778"/>
                  <a:pt x="2722183" y="485799"/>
                  <a:pt x="2722183" y="355067"/>
                </a:cubicBezTo>
                <a:cubicBezTo>
                  <a:pt x="2722183" y="224335"/>
                  <a:pt x="2616204" y="118355"/>
                  <a:pt x="2485472" y="118355"/>
                </a:cubicBezTo>
                <a:cubicBezTo>
                  <a:pt x="2354739" y="118355"/>
                  <a:pt x="2248760" y="224335"/>
                  <a:pt x="2248760" y="355067"/>
                </a:cubicBezTo>
              </a:path>
            </a:pathLst>
          </a:custGeom>
          <a:noFill/>
          <a:ln w="29589">
            <a:solidFill>
              <a:srgbClr val="FDFBF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613105" y="2996686"/>
            <a:ext cx="2722187" cy="710155"/>
          </a:xfrm>
          <a:custGeom>
            <a:avLst/>
            <a:gdLst/>
            <a:ahLst/>
            <a:cxnLst/>
            <a:rect l="0" t="0" r="0" b="0"/>
            <a:pathLst>
              <a:path w="2722187" h="710155">
                <a:moveTo>
                  <a:pt x="236715" y="611524"/>
                </a:moveTo>
                <a:cubicBezTo>
                  <a:pt x="236715" y="665997"/>
                  <a:pt x="280873" y="710155"/>
                  <a:pt x="335337" y="710155"/>
                </a:cubicBezTo>
                <a:lnTo>
                  <a:pt x="2623556" y="710155"/>
                </a:lnTo>
                <a:cubicBezTo>
                  <a:pt x="2678020" y="710155"/>
                  <a:pt x="2722187" y="665997"/>
                  <a:pt x="2722187" y="611524"/>
                </a:cubicBezTo>
                <a:lnTo>
                  <a:pt x="2722187" y="98631"/>
                </a:lnTo>
                <a:cubicBezTo>
                  <a:pt x="2722187" y="44157"/>
                  <a:pt x="2678029" y="0"/>
                  <a:pt x="2623556" y="0"/>
                </a:cubicBezTo>
                <a:lnTo>
                  <a:pt x="335337" y="0"/>
                </a:lnTo>
                <a:cubicBezTo>
                  <a:pt x="280873" y="0"/>
                  <a:pt x="236715" y="44157"/>
                  <a:pt x="236715" y="98631"/>
                </a:cubicBezTo>
                <a:lnTo>
                  <a:pt x="236715" y="118357"/>
                </a:lnTo>
                <a:cubicBezTo>
                  <a:pt x="367445" y="118357"/>
                  <a:pt x="473421" y="224332"/>
                  <a:pt x="473421" y="355063"/>
                </a:cubicBezTo>
                <a:cubicBezTo>
                  <a:pt x="473421" y="485803"/>
                  <a:pt x="367445" y="591778"/>
                  <a:pt x="236715" y="591778"/>
                </a:cubicBezTo>
                <a:lnTo>
                  <a:pt x="236715" y="611504"/>
                </a:lnTo>
                <a:moveTo>
                  <a:pt x="0" y="355063"/>
                </a:moveTo>
                <a:cubicBezTo>
                  <a:pt x="0" y="485803"/>
                  <a:pt x="105975" y="591778"/>
                  <a:pt x="236715" y="591778"/>
                </a:cubicBezTo>
                <a:cubicBezTo>
                  <a:pt x="367445" y="591778"/>
                  <a:pt x="473421" y="485803"/>
                  <a:pt x="473421" y="355063"/>
                </a:cubicBezTo>
                <a:cubicBezTo>
                  <a:pt x="473421" y="224332"/>
                  <a:pt x="367445" y="118357"/>
                  <a:pt x="236715" y="118357"/>
                </a:cubicBezTo>
                <a:cubicBezTo>
                  <a:pt x="105975" y="118357"/>
                  <a:pt x="0" y="224332"/>
                  <a:pt x="0" y="355063"/>
                </a:cubicBezTo>
              </a:path>
            </a:pathLst>
          </a:custGeom>
          <a:solidFill>
            <a:srgbClr val="DB9941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613105" y="2996686"/>
            <a:ext cx="2722183" cy="710134"/>
          </a:xfrm>
          <a:custGeom>
            <a:avLst/>
            <a:gdLst/>
            <a:ahLst/>
            <a:cxnLst/>
            <a:rect l="0" t="0" r="0" b="0"/>
            <a:pathLst>
              <a:path w="2722183" h="710134">
                <a:moveTo>
                  <a:pt x="0" y="355067"/>
                </a:moveTo>
                <a:cubicBezTo>
                  <a:pt x="0" y="485799"/>
                  <a:pt x="105979" y="591778"/>
                  <a:pt x="236711" y="591778"/>
                </a:cubicBezTo>
                <a:cubicBezTo>
                  <a:pt x="367443" y="591778"/>
                  <a:pt x="473423" y="485799"/>
                  <a:pt x="473423" y="355067"/>
                </a:cubicBezTo>
                <a:cubicBezTo>
                  <a:pt x="473423" y="224335"/>
                  <a:pt x="367443" y="118355"/>
                  <a:pt x="236711" y="118355"/>
                </a:cubicBezTo>
                <a:cubicBezTo>
                  <a:pt x="105979" y="118355"/>
                  <a:pt x="0" y="224335"/>
                  <a:pt x="0" y="355067"/>
                </a:cubicBezTo>
                <a:moveTo>
                  <a:pt x="236711" y="591778"/>
                </a:moveTo>
                <a:lnTo>
                  <a:pt x="236711" y="611504"/>
                </a:lnTo>
                <a:moveTo>
                  <a:pt x="2722183" y="611504"/>
                </a:moveTo>
                <a:lnTo>
                  <a:pt x="2722183" y="601641"/>
                </a:lnTo>
                <a:lnTo>
                  <a:pt x="2722183" y="591778"/>
                </a:lnTo>
                <a:moveTo>
                  <a:pt x="236711" y="118355"/>
                </a:moveTo>
                <a:lnTo>
                  <a:pt x="236711" y="98629"/>
                </a:lnTo>
                <a:cubicBezTo>
                  <a:pt x="236711" y="44158"/>
                  <a:pt x="280870" y="0"/>
                  <a:pt x="335341" y="0"/>
                </a:cubicBezTo>
                <a:lnTo>
                  <a:pt x="2623553" y="0"/>
                </a:lnTo>
                <a:cubicBezTo>
                  <a:pt x="2678025" y="0"/>
                  <a:pt x="2722183" y="44158"/>
                  <a:pt x="2722183" y="98629"/>
                </a:cubicBezTo>
                <a:lnTo>
                  <a:pt x="2722183" y="591778"/>
                </a:lnTo>
                <a:moveTo>
                  <a:pt x="236711" y="611504"/>
                </a:moveTo>
                <a:cubicBezTo>
                  <a:pt x="236711" y="665977"/>
                  <a:pt x="280870" y="710134"/>
                  <a:pt x="335341" y="710134"/>
                </a:cubicBezTo>
                <a:lnTo>
                  <a:pt x="2623553" y="710134"/>
                </a:lnTo>
                <a:cubicBezTo>
                  <a:pt x="2678025" y="710134"/>
                  <a:pt x="2722183" y="665977"/>
                  <a:pt x="2722183" y="611504"/>
                </a:cubicBezTo>
              </a:path>
            </a:pathLst>
          </a:custGeom>
          <a:noFill/>
          <a:ln w="29589">
            <a:solidFill>
              <a:srgbClr val="FDFBF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0" name="Group 19"/>
          <p:cNvGrpSpPr/>
          <p:nvPr/>
        </p:nvGrpSpPr>
        <p:grpSpPr>
          <a:xfrm>
            <a:off x="4453644" y="3262220"/>
            <a:ext cx="334327" cy="179069"/>
            <a:chOff x="4453644" y="3262220"/>
            <a:chExt cx="334327" cy="179069"/>
          </a:xfrm>
        </p:grpSpPr>
        <p:sp>
          <p:nvSpPr>
            <p:cNvPr id="18" name="Rounded Rectangle 17"/>
            <p:cNvSpPr/>
            <p:nvPr/>
          </p:nvSpPr>
          <p:spPr>
            <a:xfrm>
              <a:off x="4453644" y="3351755"/>
              <a:ext cx="327660" cy="9525"/>
            </a:xfrm>
            <a:custGeom>
              <a:avLst/>
              <a:gdLst/>
              <a:ahLst/>
              <a:cxnLst/>
              <a:rect l="0" t="0" r="0" b="0"/>
              <a:pathLst>
                <a:path w="327660" h="9525">
                  <a:moveTo>
                    <a:pt x="0" y="0"/>
                  </a:moveTo>
                  <a:lnTo>
                    <a:pt x="327660" y="0"/>
                  </a:lnTo>
                </a:path>
              </a:pathLst>
            </a:custGeom>
            <a:noFill/>
            <a:ln w="29589">
              <a:solidFill>
                <a:srgbClr val="584053">
                  <a:alpha val="9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4699389" y="3262220"/>
              <a:ext cx="88582" cy="179069"/>
            </a:xfrm>
            <a:custGeom>
              <a:avLst/>
              <a:gdLst/>
              <a:ahLst/>
              <a:cxnLst/>
              <a:rect l="0" t="0" r="0" b="0"/>
              <a:pathLst>
                <a:path w="88582" h="179069">
                  <a:moveTo>
                    <a:pt x="0" y="179069"/>
                  </a:moveTo>
                  <a:lnTo>
                    <a:pt x="88582" y="89534"/>
                  </a:lnTo>
                  <a:lnTo>
                    <a:pt x="0" y="0"/>
                  </a:lnTo>
                </a:path>
              </a:pathLst>
            </a:custGeom>
            <a:noFill/>
            <a:ln w="29589">
              <a:solidFill>
                <a:srgbClr val="584053">
                  <a:alpha val="9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1" name="Rounded Rectangle 20"/>
          <p:cNvSpPr/>
          <p:nvPr/>
        </p:nvSpPr>
        <p:spPr>
          <a:xfrm>
            <a:off x="4927067" y="2996686"/>
            <a:ext cx="2722187" cy="710155"/>
          </a:xfrm>
          <a:custGeom>
            <a:avLst/>
            <a:gdLst/>
            <a:ahLst/>
            <a:cxnLst/>
            <a:rect l="0" t="0" r="0" b="0"/>
            <a:pathLst>
              <a:path w="2722187" h="710155">
                <a:moveTo>
                  <a:pt x="2248757" y="355063"/>
                </a:moveTo>
                <a:cubicBezTo>
                  <a:pt x="2248757" y="485803"/>
                  <a:pt x="2354741" y="591778"/>
                  <a:pt x="2485472" y="591778"/>
                </a:cubicBezTo>
                <a:cubicBezTo>
                  <a:pt x="2616203" y="591778"/>
                  <a:pt x="2722187" y="485803"/>
                  <a:pt x="2722187" y="355063"/>
                </a:cubicBezTo>
                <a:cubicBezTo>
                  <a:pt x="2722187" y="224332"/>
                  <a:pt x="2616203" y="118357"/>
                  <a:pt x="2485472" y="118357"/>
                </a:cubicBezTo>
                <a:cubicBezTo>
                  <a:pt x="2354741" y="118357"/>
                  <a:pt x="2248757" y="224332"/>
                  <a:pt x="2248757" y="355063"/>
                </a:cubicBezTo>
                <a:moveTo>
                  <a:pt x="2485472" y="611524"/>
                </a:moveTo>
                <a:cubicBezTo>
                  <a:pt x="2485472" y="665997"/>
                  <a:pt x="2441314" y="710155"/>
                  <a:pt x="2386841" y="710155"/>
                </a:cubicBezTo>
                <a:lnTo>
                  <a:pt x="98631" y="710155"/>
                </a:lnTo>
                <a:cubicBezTo>
                  <a:pt x="44157" y="710155"/>
                  <a:pt x="0" y="665997"/>
                  <a:pt x="0" y="611524"/>
                </a:cubicBezTo>
                <a:lnTo>
                  <a:pt x="0" y="98631"/>
                </a:lnTo>
                <a:cubicBezTo>
                  <a:pt x="0" y="44157"/>
                  <a:pt x="44157" y="0"/>
                  <a:pt x="98631" y="0"/>
                </a:cubicBezTo>
                <a:lnTo>
                  <a:pt x="2386841" y="0"/>
                </a:lnTo>
                <a:cubicBezTo>
                  <a:pt x="2441314" y="0"/>
                  <a:pt x="2485472" y="44157"/>
                  <a:pt x="2485472" y="98631"/>
                </a:cubicBezTo>
                <a:lnTo>
                  <a:pt x="2485472" y="118357"/>
                </a:lnTo>
                <a:cubicBezTo>
                  <a:pt x="2354741" y="118357"/>
                  <a:pt x="2248757" y="224332"/>
                  <a:pt x="2248757" y="355063"/>
                </a:cubicBezTo>
                <a:cubicBezTo>
                  <a:pt x="2248757" y="485803"/>
                  <a:pt x="2354741" y="591778"/>
                  <a:pt x="2485472" y="591778"/>
                </a:cubicBezTo>
                <a:lnTo>
                  <a:pt x="2485472" y="611504"/>
                </a:lnTo>
              </a:path>
            </a:pathLst>
          </a:custGeom>
          <a:solidFill>
            <a:srgbClr val="E16338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927067" y="2996686"/>
            <a:ext cx="2722183" cy="710134"/>
          </a:xfrm>
          <a:custGeom>
            <a:avLst/>
            <a:gdLst/>
            <a:ahLst/>
            <a:cxnLst/>
            <a:rect l="0" t="0" r="0" b="0"/>
            <a:pathLst>
              <a:path w="2722183" h="710134">
                <a:moveTo>
                  <a:pt x="2485471" y="591778"/>
                </a:moveTo>
                <a:lnTo>
                  <a:pt x="2485471" y="611504"/>
                </a:lnTo>
                <a:moveTo>
                  <a:pt x="0" y="611504"/>
                </a:moveTo>
                <a:lnTo>
                  <a:pt x="0" y="601641"/>
                </a:lnTo>
                <a:lnTo>
                  <a:pt x="0" y="591778"/>
                </a:lnTo>
                <a:moveTo>
                  <a:pt x="2485471" y="118355"/>
                </a:moveTo>
                <a:lnTo>
                  <a:pt x="2485471" y="98629"/>
                </a:lnTo>
                <a:cubicBezTo>
                  <a:pt x="2485471" y="44158"/>
                  <a:pt x="2441313" y="0"/>
                  <a:pt x="2386841" y="0"/>
                </a:cubicBezTo>
                <a:lnTo>
                  <a:pt x="98629" y="0"/>
                </a:lnTo>
                <a:cubicBezTo>
                  <a:pt x="44158" y="0"/>
                  <a:pt x="0" y="44158"/>
                  <a:pt x="0" y="98629"/>
                </a:cubicBezTo>
                <a:lnTo>
                  <a:pt x="0" y="591778"/>
                </a:lnTo>
                <a:moveTo>
                  <a:pt x="2485471" y="611504"/>
                </a:moveTo>
                <a:cubicBezTo>
                  <a:pt x="2485471" y="665977"/>
                  <a:pt x="2441313" y="710134"/>
                  <a:pt x="2386841" y="710134"/>
                </a:cubicBezTo>
                <a:lnTo>
                  <a:pt x="98629" y="710134"/>
                </a:lnTo>
                <a:cubicBezTo>
                  <a:pt x="44158" y="710134"/>
                  <a:pt x="0" y="665977"/>
                  <a:pt x="0" y="611504"/>
                </a:cubicBezTo>
                <a:moveTo>
                  <a:pt x="2248760" y="355067"/>
                </a:moveTo>
                <a:cubicBezTo>
                  <a:pt x="2248760" y="485799"/>
                  <a:pt x="2354739" y="591778"/>
                  <a:pt x="2485472" y="591778"/>
                </a:cubicBezTo>
                <a:cubicBezTo>
                  <a:pt x="2616204" y="591778"/>
                  <a:pt x="2722183" y="485799"/>
                  <a:pt x="2722183" y="355067"/>
                </a:cubicBezTo>
                <a:cubicBezTo>
                  <a:pt x="2722183" y="224335"/>
                  <a:pt x="2616204" y="118355"/>
                  <a:pt x="2485472" y="118355"/>
                </a:cubicBezTo>
                <a:cubicBezTo>
                  <a:pt x="2354739" y="118355"/>
                  <a:pt x="2248760" y="224335"/>
                  <a:pt x="2248760" y="355067"/>
                </a:cubicBezTo>
              </a:path>
            </a:pathLst>
          </a:custGeom>
          <a:noFill/>
          <a:ln w="29589">
            <a:solidFill>
              <a:srgbClr val="FDFBF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613105" y="3825178"/>
            <a:ext cx="2722187" cy="710155"/>
          </a:xfrm>
          <a:custGeom>
            <a:avLst/>
            <a:gdLst/>
            <a:ahLst/>
            <a:cxnLst/>
            <a:rect l="0" t="0" r="0" b="0"/>
            <a:pathLst>
              <a:path w="2722187" h="710155">
                <a:moveTo>
                  <a:pt x="236715" y="611524"/>
                </a:moveTo>
                <a:cubicBezTo>
                  <a:pt x="236715" y="665997"/>
                  <a:pt x="280873" y="710155"/>
                  <a:pt x="335337" y="710155"/>
                </a:cubicBezTo>
                <a:lnTo>
                  <a:pt x="2623556" y="710155"/>
                </a:lnTo>
                <a:cubicBezTo>
                  <a:pt x="2678020" y="710155"/>
                  <a:pt x="2722187" y="665997"/>
                  <a:pt x="2722187" y="611524"/>
                </a:cubicBezTo>
                <a:lnTo>
                  <a:pt x="2722187" y="98631"/>
                </a:lnTo>
                <a:cubicBezTo>
                  <a:pt x="2722187" y="44157"/>
                  <a:pt x="2678029" y="0"/>
                  <a:pt x="2623556" y="0"/>
                </a:cubicBezTo>
                <a:lnTo>
                  <a:pt x="335337" y="0"/>
                </a:lnTo>
                <a:cubicBezTo>
                  <a:pt x="280873" y="0"/>
                  <a:pt x="236715" y="44157"/>
                  <a:pt x="236715" y="98631"/>
                </a:cubicBezTo>
                <a:lnTo>
                  <a:pt x="236715" y="118357"/>
                </a:lnTo>
                <a:cubicBezTo>
                  <a:pt x="367445" y="118357"/>
                  <a:pt x="473421" y="224332"/>
                  <a:pt x="473421" y="355063"/>
                </a:cubicBezTo>
                <a:cubicBezTo>
                  <a:pt x="473421" y="485803"/>
                  <a:pt x="367445" y="591778"/>
                  <a:pt x="236715" y="591778"/>
                </a:cubicBezTo>
                <a:lnTo>
                  <a:pt x="236715" y="611504"/>
                </a:lnTo>
                <a:moveTo>
                  <a:pt x="0" y="355063"/>
                </a:moveTo>
                <a:cubicBezTo>
                  <a:pt x="0" y="485803"/>
                  <a:pt x="105975" y="591778"/>
                  <a:pt x="236715" y="591778"/>
                </a:cubicBezTo>
                <a:cubicBezTo>
                  <a:pt x="367445" y="591778"/>
                  <a:pt x="473421" y="485803"/>
                  <a:pt x="473421" y="355063"/>
                </a:cubicBezTo>
                <a:cubicBezTo>
                  <a:pt x="473421" y="224332"/>
                  <a:pt x="367445" y="118357"/>
                  <a:pt x="236715" y="118357"/>
                </a:cubicBezTo>
                <a:cubicBezTo>
                  <a:pt x="105975" y="118357"/>
                  <a:pt x="0" y="224332"/>
                  <a:pt x="0" y="355063"/>
                </a:cubicBezTo>
              </a:path>
            </a:pathLst>
          </a:custGeom>
          <a:solidFill>
            <a:srgbClr val="DB9941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613105" y="3825178"/>
            <a:ext cx="2722183" cy="710134"/>
          </a:xfrm>
          <a:custGeom>
            <a:avLst/>
            <a:gdLst/>
            <a:ahLst/>
            <a:cxnLst/>
            <a:rect l="0" t="0" r="0" b="0"/>
            <a:pathLst>
              <a:path w="2722183" h="710134">
                <a:moveTo>
                  <a:pt x="0" y="355067"/>
                </a:moveTo>
                <a:cubicBezTo>
                  <a:pt x="0" y="485799"/>
                  <a:pt x="105979" y="591778"/>
                  <a:pt x="236711" y="591778"/>
                </a:cubicBezTo>
                <a:cubicBezTo>
                  <a:pt x="367443" y="591778"/>
                  <a:pt x="473423" y="485799"/>
                  <a:pt x="473423" y="355067"/>
                </a:cubicBezTo>
                <a:cubicBezTo>
                  <a:pt x="473423" y="224335"/>
                  <a:pt x="367443" y="118355"/>
                  <a:pt x="236711" y="118355"/>
                </a:cubicBezTo>
                <a:cubicBezTo>
                  <a:pt x="105979" y="118355"/>
                  <a:pt x="0" y="224335"/>
                  <a:pt x="0" y="355067"/>
                </a:cubicBezTo>
                <a:moveTo>
                  <a:pt x="236711" y="591778"/>
                </a:moveTo>
                <a:lnTo>
                  <a:pt x="236711" y="611504"/>
                </a:lnTo>
                <a:moveTo>
                  <a:pt x="2722183" y="611504"/>
                </a:moveTo>
                <a:lnTo>
                  <a:pt x="2722183" y="601641"/>
                </a:lnTo>
                <a:lnTo>
                  <a:pt x="2722183" y="591778"/>
                </a:lnTo>
                <a:moveTo>
                  <a:pt x="236711" y="118355"/>
                </a:moveTo>
                <a:lnTo>
                  <a:pt x="236711" y="98629"/>
                </a:lnTo>
                <a:cubicBezTo>
                  <a:pt x="236711" y="44158"/>
                  <a:pt x="280870" y="0"/>
                  <a:pt x="335341" y="0"/>
                </a:cubicBezTo>
                <a:lnTo>
                  <a:pt x="2623553" y="0"/>
                </a:lnTo>
                <a:cubicBezTo>
                  <a:pt x="2678025" y="0"/>
                  <a:pt x="2722183" y="44158"/>
                  <a:pt x="2722183" y="98629"/>
                </a:cubicBezTo>
                <a:lnTo>
                  <a:pt x="2722183" y="591778"/>
                </a:lnTo>
                <a:moveTo>
                  <a:pt x="236711" y="611504"/>
                </a:moveTo>
                <a:cubicBezTo>
                  <a:pt x="236711" y="665977"/>
                  <a:pt x="280870" y="710134"/>
                  <a:pt x="335341" y="710134"/>
                </a:cubicBezTo>
                <a:lnTo>
                  <a:pt x="2623553" y="710134"/>
                </a:lnTo>
                <a:cubicBezTo>
                  <a:pt x="2678025" y="710134"/>
                  <a:pt x="2722183" y="665977"/>
                  <a:pt x="2722183" y="611504"/>
                </a:cubicBezTo>
              </a:path>
            </a:pathLst>
          </a:custGeom>
          <a:noFill/>
          <a:ln w="29589">
            <a:solidFill>
              <a:srgbClr val="FDFBF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7" name="Group 26"/>
          <p:cNvGrpSpPr/>
          <p:nvPr/>
        </p:nvGrpSpPr>
        <p:grpSpPr>
          <a:xfrm>
            <a:off x="4453644" y="4090709"/>
            <a:ext cx="334327" cy="179069"/>
            <a:chOff x="4453644" y="4090709"/>
            <a:chExt cx="334327" cy="179069"/>
          </a:xfrm>
        </p:grpSpPr>
        <p:sp>
          <p:nvSpPr>
            <p:cNvPr id="25" name="Rounded Rectangle 24"/>
            <p:cNvSpPr/>
            <p:nvPr/>
          </p:nvSpPr>
          <p:spPr>
            <a:xfrm>
              <a:off x="4453644" y="4180244"/>
              <a:ext cx="327660" cy="9525"/>
            </a:xfrm>
            <a:custGeom>
              <a:avLst/>
              <a:gdLst/>
              <a:ahLst/>
              <a:cxnLst/>
              <a:rect l="0" t="0" r="0" b="0"/>
              <a:pathLst>
                <a:path w="327660" h="9525">
                  <a:moveTo>
                    <a:pt x="0" y="0"/>
                  </a:moveTo>
                  <a:lnTo>
                    <a:pt x="327660" y="0"/>
                  </a:lnTo>
                </a:path>
              </a:pathLst>
            </a:custGeom>
            <a:noFill/>
            <a:ln w="29589">
              <a:solidFill>
                <a:srgbClr val="584053">
                  <a:alpha val="9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4699389" y="4090709"/>
              <a:ext cx="88582" cy="179069"/>
            </a:xfrm>
            <a:custGeom>
              <a:avLst/>
              <a:gdLst/>
              <a:ahLst/>
              <a:cxnLst/>
              <a:rect l="0" t="0" r="0" b="0"/>
              <a:pathLst>
                <a:path w="88582" h="179069">
                  <a:moveTo>
                    <a:pt x="0" y="179069"/>
                  </a:moveTo>
                  <a:lnTo>
                    <a:pt x="88582" y="89534"/>
                  </a:lnTo>
                  <a:lnTo>
                    <a:pt x="0" y="0"/>
                  </a:lnTo>
                </a:path>
              </a:pathLst>
            </a:custGeom>
            <a:noFill/>
            <a:ln w="29589">
              <a:solidFill>
                <a:srgbClr val="584053">
                  <a:alpha val="9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8" name="Rounded Rectangle 27"/>
          <p:cNvSpPr/>
          <p:nvPr/>
        </p:nvSpPr>
        <p:spPr>
          <a:xfrm>
            <a:off x="4927067" y="3825178"/>
            <a:ext cx="2722187" cy="710155"/>
          </a:xfrm>
          <a:custGeom>
            <a:avLst/>
            <a:gdLst/>
            <a:ahLst/>
            <a:cxnLst/>
            <a:rect l="0" t="0" r="0" b="0"/>
            <a:pathLst>
              <a:path w="2722187" h="710155">
                <a:moveTo>
                  <a:pt x="2248757" y="355063"/>
                </a:moveTo>
                <a:cubicBezTo>
                  <a:pt x="2248757" y="485803"/>
                  <a:pt x="2354741" y="591778"/>
                  <a:pt x="2485472" y="591778"/>
                </a:cubicBezTo>
                <a:cubicBezTo>
                  <a:pt x="2616203" y="591778"/>
                  <a:pt x="2722187" y="485803"/>
                  <a:pt x="2722187" y="355063"/>
                </a:cubicBezTo>
                <a:cubicBezTo>
                  <a:pt x="2722187" y="224332"/>
                  <a:pt x="2616203" y="118357"/>
                  <a:pt x="2485472" y="118357"/>
                </a:cubicBezTo>
                <a:cubicBezTo>
                  <a:pt x="2354741" y="118357"/>
                  <a:pt x="2248757" y="224332"/>
                  <a:pt x="2248757" y="355063"/>
                </a:cubicBezTo>
                <a:moveTo>
                  <a:pt x="2485472" y="611524"/>
                </a:moveTo>
                <a:cubicBezTo>
                  <a:pt x="2485472" y="665997"/>
                  <a:pt x="2441314" y="710155"/>
                  <a:pt x="2386841" y="710155"/>
                </a:cubicBezTo>
                <a:lnTo>
                  <a:pt x="98631" y="710155"/>
                </a:lnTo>
                <a:cubicBezTo>
                  <a:pt x="44157" y="710155"/>
                  <a:pt x="0" y="665997"/>
                  <a:pt x="0" y="611524"/>
                </a:cubicBezTo>
                <a:lnTo>
                  <a:pt x="0" y="98631"/>
                </a:lnTo>
                <a:cubicBezTo>
                  <a:pt x="0" y="44157"/>
                  <a:pt x="44157" y="0"/>
                  <a:pt x="98631" y="0"/>
                </a:cubicBezTo>
                <a:lnTo>
                  <a:pt x="2386841" y="0"/>
                </a:lnTo>
                <a:cubicBezTo>
                  <a:pt x="2441314" y="0"/>
                  <a:pt x="2485472" y="44157"/>
                  <a:pt x="2485472" y="98631"/>
                </a:cubicBezTo>
                <a:lnTo>
                  <a:pt x="2485472" y="118357"/>
                </a:lnTo>
                <a:cubicBezTo>
                  <a:pt x="2354741" y="118357"/>
                  <a:pt x="2248757" y="224332"/>
                  <a:pt x="2248757" y="355063"/>
                </a:cubicBezTo>
                <a:cubicBezTo>
                  <a:pt x="2248757" y="485803"/>
                  <a:pt x="2354741" y="591778"/>
                  <a:pt x="2485472" y="591778"/>
                </a:cubicBezTo>
                <a:lnTo>
                  <a:pt x="2485472" y="611504"/>
                </a:lnTo>
              </a:path>
            </a:pathLst>
          </a:custGeom>
          <a:solidFill>
            <a:srgbClr val="E16338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927067" y="3825178"/>
            <a:ext cx="2722183" cy="710134"/>
          </a:xfrm>
          <a:custGeom>
            <a:avLst/>
            <a:gdLst/>
            <a:ahLst/>
            <a:cxnLst/>
            <a:rect l="0" t="0" r="0" b="0"/>
            <a:pathLst>
              <a:path w="2722183" h="710134">
                <a:moveTo>
                  <a:pt x="2485471" y="591778"/>
                </a:moveTo>
                <a:lnTo>
                  <a:pt x="2485471" y="611504"/>
                </a:lnTo>
                <a:moveTo>
                  <a:pt x="0" y="611504"/>
                </a:moveTo>
                <a:lnTo>
                  <a:pt x="0" y="601641"/>
                </a:lnTo>
                <a:lnTo>
                  <a:pt x="0" y="591778"/>
                </a:lnTo>
                <a:moveTo>
                  <a:pt x="2485471" y="118355"/>
                </a:moveTo>
                <a:lnTo>
                  <a:pt x="2485471" y="98629"/>
                </a:lnTo>
                <a:cubicBezTo>
                  <a:pt x="2485471" y="44158"/>
                  <a:pt x="2441313" y="0"/>
                  <a:pt x="2386841" y="0"/>
                </a:cubicBezTo>
                <a:lnTo>
                  <a:pt x="98629" y="0"/>
                </a:lnTo>
                <a:cubicBezTo>
                  <a:pt x="44158" y="0"/>
                  <a:pt x="0" y="44158"/>
                  <a:pt x="0" y="98629"/>
                </a:cubicBezTo>
                <a:lnTo>
                  <a:pt x="0" y="591778"/>
                </a:lnTo>
                <a:moveTo>
                  <a:pt x="2485471" y="611504"/>
                </a:moveTo>
                <a:cubicBezTo>
                  <a:pt x="2485471" y="665977"/>
                  <a:pt x="2441313" y="710134"/>
                  <a:pt x="2386841" y="710134"/>
                </a:cubicBezTo>
                <a:lnTo>
                  <a:pt x="98629" y="710134"/>
                </a:lnTo>
                <a:cubicBezTo>
                  <a:pt x="44158" y="710134"/>
                  <a:pt x="0" y="665977"/>
                  <a:pt x="0" y="611504"/>
                </a:cubicBezTo>
                <a:moveTo>
                  <a:pt x="2248760" y="355067"/>
                </a:moveTo>
                <a:cubicBezTo>
                  <a:pt x="2248760" y="485799"/>
                  <a:pt x="2354739" y="591778"/>
                  <a:pt x="2485472" y="591778"/>
                </a:cubicBezTo>
                <a:cubicBezTo>
                  <a:pt x="2616204" y="591778"/>
                  <a:pt x="2722183" y="485799"/>
                  <a:pt x="2722183" y="355067"/>
                </a:cubicBezTo>
                <a:cubicBezTo>
                  <a:pt x="2722183" y="224335"/>
                  <a:pt x="2616204" y="118355"/>
                  <a:pt x="2485472" y="118355"/>
                </a:cubicBezTo>
                <a:cubicBezTo>
                  <a:pt x="2354739" y="118355"/>
                  <a:pt x="2248760" y="224335"/>
                  <a:pt x="2248760" y="355067"/>
                </a:cubicBezTo>
              </a:path>
            </a:pathLst>
          </a:custGeom>
          <a:noFill/>
          <a:ln w="29589">
            <a:solidFill>
              <a:srgbClr val="FDFBF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294621" y="4072985"/>
            <a:ext cx="235819" cy="216865"/>
          </a:xfrm>
          <a:custGeom>
            <a:avLst/>
            <a:gdLst/>
            <a:ahLst/>
            <a:cxnLst/>
            <a:rect l="0" t="0" r="0" b="0"/>
            <a:pathLst>
              <a:path w="235819" h="216865">
                <a:moveTo>
                  <a:pt x="117938" y="9"/>
                </a:moveTo>
                <a:cubicBezTo>
                  <a:pt x="106660" y="0"/>
                  <a:pt x="96916" y="7867"/>
                  <a:pt x="94535" y="18878"/>
                </a:cubicBezTo>
                <a:cubicBezTo>
                  <a:pt x="92154" y="29898"/>
                  <a:pt x="97783" y="41081"/>
                  <a:pt x="108051" y="45729"/>
                </a:cubicBezTo>
                <a:lnTo>
                  <a:pt x="108051" y="69189"/>
                </a:lnTo>
                <a:lnTo>
                  <a:pt x="114376" y="65732"/>
                </a:lnTo>
                <a:cubicBezTo>
                  <a:pt x="116586" y="64531"/>
                  <a:pt x="119243" y="64531"/>
                  <a:pt x="121453" y="65732"/>
                </a:cubicBezTo>
                <a:lnTo>
                  <a:pt x="127777" y="69189"/>
                </a:lnTo>
                <a:lnTo>
                  <a:pt x="127777" y="45758"/>
                </a:lnTo>
                <a:cubicBezTo>
                  <a:pt x="138064" y="41119"/>
                  <a:pt x="143722" y="29927"/>
                  <a:pt x="141350" y="18907"/>
                </a:cubicBezTo>
                <a:cubicBezTo>
                  <a:pt x="138969" y="7877"/>
                  <a:pt x="129216" y="0"/>
                  <a:pt x="117938" y="9"/>
                </a:cubicBezTo>
                <a:moveTo>
                  <a:pt x="176393" y="160258"/>
                </a:moveTo>
                <a:cubicBezTo>
                  <a:pt x="175726" y="161629"/>
                  <a:pt x="174640" y="162753"/>
                  <a:pt x="173307" y="163477"/>
                </a:cubicBezTo>
                <a:lnTo>
                  <a:pt x="157162" y="172259"/>
                </a:lnTo>
                <a:lnTo>
                  <a:pt x="185747" y="187813"/>
                </a:lnTo>
                <a:cubicBezTo>
                  <a:pt x="184442" y="199005"/>
                  <a:pt x="191119" y="209588"/>
                  <a:pt x="201787" y="213226"/>
                </a:cubicBezTo>
                <a:cubicBezTo>
                  <a:pt x="212455" y="216865"/>
                  <a:pt x="224208" y="212569"/>
                  <a:pt x="230019" y="202911"/>
                </a:cubicBezTo>
                <a:cubicBezTo>
                  <a:pt x="235819" y="193252"/>
                  <a:pt x="234105" y="180851"/>
                  <a:pt x="225894" y="173135"/>
                </a:cubicBezTo>
                <a:cubicBezTo>
                  <a:pt x="217684" y="165430"/>
                  <a:pt x="205197" y="164487"/>
                  <a:pt x="195919" y="170888"/>
                </a:cubicBezTo>
                <a:lnTo>
                  <a:pt x="176393" y="160258"/>
                </a:lnTo>
                <a:moveTo>
                  <a:pt x="78676" y="172259"/>
                </a:moveTo>
                <a:lnTo>
                  <a:pt x="62550" y="163477"/>
                </a:lnTo>
                <a:cubicBezTo>
                  <a:pt x="61207" y="162744"/>
                  <a:pt x="60121" y="161620"/>
                  <a:pt x="59445" y="160248"/>
                </a:cubicBezTo>
                <a:lnTo>
                  <a:pt x="39900" y="170888"/>
                </a:lnTo>
                <a:cubicBezTo>
                  <a:pt x="30622" y="164487"/>
                  <a:pt x="18145" y="165430"/>
                  <a:pt x="9925" y="173145"/>
                </a:cubicBezTo>
                <a:cubicBezTo>
                  <a:pt x="1714" y="180860"/>
                  <a:pt x="0" y="193262"/>
                  <a:pt x="5810" y="202920"/>
                </a:cubicBezTo>
                <a:cubicBezTo>
                  <a:pt x="11620" y="212569"/>
                  <a:pt x="23383" y="216865"/>
                  <a:pt x="34051" y="213226"/>
                </a:cubicBezTo>
                <a:cubicBezTo>
                  <a:pt x="44710" y="209578"/>
                  <a:pt x="51387" y="198996"/>
                  <a:pt x="50082" y="187804"/>
                </a:cubicBezTo>
                <a:lnTo>
                  <a:pt x="78676" y="172259"/>
                </a:lnTo>
                <a:moveTo>
                  <a:pt x="117919" y="120253"/>
                </a:moveTo>
                <a:lnTo>
                  <a:pt x="81524" y="100450"/>
                </a:lnTo>
                <a:lnTo>
                  <a:pt x="117919" y="80667"/>
                </a:lnTo>
                <a:lnTo>
                  <a:pt x="154295" y="100450"/>
                </a:lnTo>
                <a:lnTo>
                  <a:pt x="117929" y="120253"/>
                </a:lnTo>
                <a:moveTo>
                  <a:pt x="125310" y="172745"/>
                </a:moveTo>
                <a:lnTo>
                  <a:pt x="162363" y="152590"/>
                </a:lnTo>
                <a:lnTo>
                  <a:pt x="162363" y="112909"/>
                </a:lnTo>
                <a:lnTo>
                  <a:pt x="125310" y="133073"/>
                </a:lnTo>
                <a:lnTo>
                  <a:pt x="125310" y="172745"/>
                </a:lnTo>
                <a:moveTo>
                  <a:pt x="110518" y="133073"/>
                </a:moveTo>
                <a:lnTo>
                  <a:pt x="73466" y="112909"/>
                </a:lnTo>
                <a:lnTo>
                  <a:pt x="73466" y="152590"/>
                </a:lnTo>
                <a:lnTo>
                  <a:pt x="110518" y="172745"/>
                </a:lnTo>
                <a:lnTo>
                  <a:pt x="110518" y="133073"/>
                </a:lnTo>
              </a:path>
            </a:pathLst>
          </a:custGeom>
          <a:solidFill>
            <a:srgbClr val="E1633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294183" y="2404909"/>
            <a:ext cx="236715" cy="236715"/>
          </a:xfrm>
          <a:custGeom>
            <a:avLst/>
            <a:gdLst/>
            <a:ahLst/>
            <a:cxnLst/>
            <a:rect l="0" t="0" r="0" b="0"/>
            <a:pathLst>
              <a:path w="236715" h="236715">
                <a:moveTo>
                  <a:pt x="118357" y="0"/>
                </a:moveTo>
                <a:cubicBezTo>
                  <a:pt x="52997" y="0"/>
                  <a:pt x="0" y="52997"/>
                  <a:pt x="0" y="118357"/>
                </a:cubicBezTo>
                <a:cubicBezTo>
                  <a:pt x="0" y="183718"/>
                  <a:pt x="52997" y="236715"/>
                  <a:pt x="118357" y="236715"/>
                </a:cubicBezTo>
                <a:cubicBezTo>
                  <a:pt x="183718" y="236715"/>
                  <a:pt x="236715" y="183718"/>
                  <a:pt x="236715" y="118357"/>
                </a:cubicBezTo>
                <a:cubicBezTo>
                  <a:pt x="236715" y="52997"/>
                  <a:pt x="183718" y="0"/>
                  <a:pt x="118357" y="0"/>
                </a:cubicBezTo>
                <a:moveTo>
                  <a:pt x="103755" y="180327"/>
                </a:moveTo>
                <a:cubicBezTo>
                  <a:pt x="101022" y="184899"/>
                  <a:pt x="96450" y="188556"/>
                  <a:pt x="90963" y="188556"/>
                </a:cubicBezTo>
                <a:cubicBezTo>
                  <a:pt x="89134" y="188556"/>
                  <a:pt x="87306" y="188556"/>
                  <a:pt x="85486" y="187642"/>
                </a:cubicBezTo>
                <a:cubicBezTo>
                  <a:pt x="78162" y="184899"/>
                  <a:pt x="75418" y="176669"/>
                  <a:pt x="79086" y="169354"/>
                </a:cubicBezTo>
                <a:lnTo>
                  <a:pt x="101012" y="119986"/>
                </a:lnTo>
                <a:lnTo>
                  <a:pt x="101012" y="110842"/>
                </a:lnTo>
                <a:lnTo>
                  <a:pt x="62617" y="96212"/>
                </a:lnTo>
                <a:cubicBezTo>
                  <a:pt x="56216" y="93468"/>
                  <a:pt x="52558" y="86163"/>
                  <a:pt x="54397" y="78847"/>
                </a:cubicBezTo>
                <a:cubicBezTo>
                  <a:pt x="55311" y="75180"/>
                  <a:pt x="58054" y="72447"/>
                  <a:pt x="61702" y="70618"/>
                </a:cubicBezTo>
                <a:cubicBezTo>
                  <a:pt x="65131" y="68789"/>
                  <a:pt x="69246" y="68789"/>
                  <a:pt x="72666" y="70618"/>
                </a:cubicBezTo>
                <a:lnTo>
                  <a:pt x="102850" y="82515"/>
                </a:lnTo>
                <a:lnTo>
                  <a:pt x="134845" y="82515"/>
                </a:lnTo>
                <a:lnTo>
                  <a:pt x="165020" y="70627"/>
                </a:lnTo>
                <a:cubicBezTo>
                  <a:pt x="168449" y="68799"/>
                  <a:pt x="172554" y="68799"/>
                  <a:pt x="175983" y="70627"/>
                </a:cubicBezTo>
                <a:cubicBezTo>
                  <a:pt x="179651" y="72456"/>
                  <a:pt x="182384" y="75209"/>
                  <a:pt x="183299" y="78857"/>
                </a:cubicBezTo>
                <a:cubicBezTo>
                  <a:pt x="185137" y="86163"/>
                  <a:pt x="181479" y="93478"/>
                  <a:pt x="175079" y="96221"/>
                </a:cubicBezTo>
                <a:lnTo>
                  <a:pt x="136683" y="110851"/>
                </a:lnTo>
                <a:lnTo>
                  <a:pt x="136683" y="119995"/>
                </a:lnTo>
                <a:lnTo>
                  <a:pt x="158629" y="169364"/>
                </a:lnTo>
                <a:cubicBezTo>
                  <a:pt x="162277" y="176679"/>
                  <a:pt x="159534" y="184908"/>
                  <a:pt x="152219" y="187652"/>
                </a:cubicBezTo>
                <a:cubicBezTo>
                  <a:pt x="150390" y="188566"/>
                  <a:pt x="148561" y="188566"/>
                  <a:pt x="146732" y="188566"/>
                </a:cubicBezTo>
                <a:cubicBezTo>
                  <a:pt x="141246" y="188566"/>
                  <a:pt x="136683" y="184908"/>
                  <a:pt x="133940" y="180336"/>
                </a:cubicBezTo>
                <a:lnTo>
                  <a:pt x="118852" y="145599"/>
                </a:lnTo>
                <a:lnTo>
                  <a:pt x="103755" y="180336"/>
                </a:lnTo>
                <a:moveTo>
                  <a:pt x="47996" y="117252"/>
                </a:moveTo>
                <a:cubicBezTo>
                  <a:pt x="46605" y="111575"/>
                  <a:pt x="49006" y="105651"/>
                  <a:pt x="53959" y="102555"/>
                </a:cubicBezTo>
                <a:cubicBezTo>
                  <a:pt x="55549" y="103727"/>
                  <a:pt x="57283" y="104698"/>
                  <a:pt x="59112" y="105441"/>
                </a:cubicBezTo>
                <a:lnTo>
                  <a:pt x="84248" y="115014"/>
                </a:lnTo>
                <a:lnTo>
                  <a:pt x="68227" y="126530"/>
                </a:lnTo>
                <a:lnTo>
                  <a:pt x="64455" y="127311"/>
                </a:lnTo>
                <a:cubicBezTo>
                  <a:pt x="60940" y="128158"/>
                  <a:pt x="57226" y="127577"/>
                  <a:pt x="54140" y="125691"/>
                </a:cubicBezTo>
                <a:cubicBezTo>
                  <a:pt x="51054" y="123805"/>
                  <a:pt x="48844" y="120767"/>
                  <a:pt x="47996" y="117252"/>
                </a:cubicBezTo>
                <a:moveTo>
                  <a:pt x="183737" y="102555"/>
                </a:moveTo>
                <a:cubicBezTo>
                  <a:pt x="188690" y="105651"/>
                  <a:pt x="191100" y="111575"/>
                  <a:pt x="189699" y="117252"/>
                </a:cubicBezTo>
                <a:cubicBezTo>
                  <a:pt x="188861" y="120767"/>
                  <a:pt x="186651" y="123805"/>
                  <a:pt x="183556" y="125691"/>
                </a:cubicBezTo>
                <a:cubicBezTo>
                  <a:pt x="180470" y="127577"/>
                  <a:pt x="176764" y="128158"/>
                  <a:pt x="173240" y="127311"/>
                </a:cubicBezTo>
                <a:lnTo>
                  <a:pt x="169468" y="126530"/>
                </a:lnTo>
                <a:lnTo>
                  <a:pt x="153447" y="115014"/>
                </a:lnTo>
                <a:lnTo>
                  <a:pt x="178593" y="105441"/>
                </a:lnTo>
                <a:cubicBezTo>
                  <a:pt x="180422" y="104698"/>
                  <a:pt x="182146" y="103727"/>
                  <a:pt x="183737" y="102555"/>
                </a:cubicBezTo>
                <a:moveTo>
                  <a:pt x="167554" y="165182"/>
                </a:moveTo>
                <a:lnTo>
                  <a:pt x="149342" y="124215"/>
                </a:lnTo>
                <a:lnTo>
                  <a:pt x="177822" y="144684"/>
                </a:lnTo>
                <a:cubicBezTo>
                  <a:pt x="184223" y="149256"/>
                  <a:pt x="186042" y="157486"/>
                  <a:pt x="181470" y="163887"/>
                </a:cubicBezTo>
                <a:cubicBezTo>
                  <a:pt x="180184" y="165677"/>
                  <a:pt x="178736" y="166620"/>
                  <a:pt x="176898" y="167535"/>
                </a:cubicBezTo>
                <a:cubicBezTo>
                  <a:pt x="174440" y="168516"/>
                  <a:pt x="171688" y="168983"/>
                  <a:pt x="168963" y="168754"/>
                </a:cubicBezTo>
                <a:cubicBezTo>
                  <a:pt x="168582" y="167535"/>
                  <a:pt x="168116" y="166335"/>
                  <a:pt x="167554" y="165182"/>
                </a:cubicBezTo>
                <a:moveTo>
                  <a:pt x="88353" y="124225"/>
                </a:moveTo>
                <a:lnTo>
                  <a:pt x="70142" y="165192"/>
                </a:lnTo>
                <a:cubicBezTo>
                  <a:pt x="69570" y="166363"/>
                  <a:pt x="69113" y="167554"/>
                  <a:pt x="68732" y="168763"/>
                </a:cubicBezTo>
                <a:cubicBezTo>
                  <a:pt x="66008" y="168992"/>
                  <a:pt x="63265" y="168525"/>
                  <a:pt x="60798" y="167544"/>
                </a:cubicBezTo>
                <a:cubicBezTo>
                  <a:pt x="58959" y="166630"/>
                  <a:pt x="57511" y="165687"/>
                  <a:pt x="56226" y="163896"/>
                </a:cubicBezTo>
                <a:cubicBezTo>
                  <a:pt x="51654" y="157495"/>
                  <a:pt x="53473" y="149266"/>
                  <a:pt x="59874" y="144694"/>
                </a:cubicBezTo>
                <a:lnTo>
                  <a:pt x="88353" y="124215"/>
                </a:lnTo>
                <a:moveTo>
                  <a:pt x="141246" y="49368"/>
                </a:moveTo>
                <a:cubicBezTo>
                  <a:pt x="141246" y="61988"/>
                  <a:pt x="131016" y="72228"/>
                  <a:pt x="118386" y="72228"/>
                </a:cubicBezTo>
                <a:cubicBezTo>
                  <a:pt x="105765" y="72228"/>
                  <a:pt x="95526" y="61988"/>
                  <a:pt x="95535" y="49368"/>
                </a:cubicBezTo>
                <a:cubicBezTo>
                  <a:pt x="95535" y="36737"/>
                  <a:pt x="105765" y="26508"/>
                  <a:pt x="118386" y="26508"/>
                </a:cubicBezTo>
                <a:cubicBezTo>
                  <a:pt x="131016" y="26508"/>
                  <a:pt x="141246" y="36737"/>
                  <a:pt x="141246" y="49368"/>
                </a:cubicBezTo>
              </a:path>
            </a:pathLst>
          </a:custGeom>
          <a:solidFill>
            <a:srgbClr val="E1633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745624" y="1579532"/>
            <a:ext cx="216274" cy="232524"/>
          </a:xfrm>
          <a:custGeom>
            <a:avLst/>
            <a:gdLst/>
            <a:ahLst/>
            <a:cxnLst/>
            <a:rect l="0" t="0" r="0" b="0"/>
            <a:pathLst>
              <a:path w="216274" h="232524">
                <a:moveTo>
                  <a:pt x="76180" y="179155"/>
                </a:moveTo>
                <a:cubicBezTo>
                  <a:pt x="74228" y="179108"/>
                  <a:pt x="72361" y="178336"/>
                  <a:pt x="70951" y="176984"/>
                </a:cubicBezTo>
                <a:cubicBezTo>
                  <a:pt x="68065" y="174097"/>
                  <a:pt x="68065" y="169421"/>
                  <a:pt x="70951" y="166525"/>
                </a:cubicBezTo>
                <a:lnTo>
                  <a:pt x="98374" y="139303"/>
                </a:lnTo>
                <a:lnTo>
                  <a:pt x="98374" y="93049"/>
                </a:lnTo>
                <a:cubicBezTo>
                  <a:pt x="98374" y="88963"/>
                  <a:pt x="101688" y="85648"/>
                  <a:pt x="105765" y="85648"/>
                </a:cubicBezTo>
                <a:cubicBezTo>
                  <a:pt x="109804" y="85601"/>
                  <a:pt x="113109" y="88820"/>
                  <a:pt x="113166" y="92849"/>
                </a:cubicBezTo>
                <a:lnTo>
                  <a:pt x="113166" y="142170"/>
                </a:lnTo>
                <a:cubicBezTo>
                  <a:pt x="113166" y="144132"/>
                  <a:pt x="112385" y="146008"/>
                  <a:pt x="110994" y="147389"/>
                </a:cubicBezTo>
                <a:lnTo>
                  <a:pt x="81410" y="176984"/>
                </a:lnTo>
                <a:cubicBezTo>
                  <a:pt x="80010" y="178355"/>
                  <a:pt x="78133" y="179127"/>
                  <a:pt x="76180" y="179155"/>
                </a:cubicBezTo>
                <a:moveTo>
                  <a:pt x="206073" y="110213"/>
                </a:moveTo>
                <a:cubicBezTo>
                  <a:pt x="199024" y="72532"/>
                  <a:pt x="171811" y="41786"/>
                  <a:pt x="135264" y="30222"/>
                </a:cubicBezTo>
                <a:lnTo>
                  <a:pt x="136836" y="8429"/>
                </a:lnTo>
                <a:cubicBezTo>
                  <a:pt x="137179" y="5734"/>
                  <a:pt x="136007" y="3076"/>
                  <a:pt x="133778" y="1523"/>
                </a:cubicBezTo>
                <a:cubicBezTo>
                  <a:pt x="131368" y="0"/>
                  <a:pt x="128301" y="0"/>
                  <a:pt x="125891" y="1523"/>
                </a:cubicBezTo>
                <a:lnTo>
                  <a:pt x="82496" y="30318"/>
                </a:lnTo>
                <a:cubicBezTo>
                  <a:pt x="80581" y="31613"/>
                  <a:pt x="79381" y="33718"/>
                  <a:pt x="79247" y="36014"/>
                </a:cubicBezTo>
                <a:cubicBezTo>
                  <a:pt x="79114" y="38319"/>
                  <a:pt x="80057" y="40557"/>
                  <a:pt x="81800" y="42062"/>
                </a:cubicBezTo>
                <a:lnTo>
                  <a:pt x="119872" y="75790"/>
                </a:lnTo>
                <a:cubicBezTo>
                  <a:pt x="121224" y="76933"/>
                  <a:pt x="122939" y="77562"/>
                  <a:pt x="124710" y="77562"/>
                </a:cubicBezTo>
                <a:cubicBezTo>
                  <a:pt x="125682" y="77552"/>
                  <a:pt x="126644" y="77390"/>
                  <a:pt x="127568" y="77066"/>
                </a:cubicBezTo>
                <a:cubicBezTo>
                  <a:pt x="130140" y="75980"/>
                  <a:pt x="131883" y="73542"/>
                  <a:pt x="132102" y="70761"/>
                </a:cubicBezTo>
                <a:lnTo>
                  <a:pt x="133683" y="51034"/>
                </a:lnTo>
                <a:cubicBezTo>
                  <a:pt x="166354" y="62874"/>
                  <a:pt x="188337" y="93649"/>
                  <a:pt x="188937" y="128396"/>
                </a:cubicBezTo>
                <a:cubicBezTo>
                  <a:pt x="189537" y="163144"/>
                  <a:pt x="168640" y="194662"/>
                  <a:pt x="136397" y="207625"/>
                </a:cubicBezTo>
                <a:cubicBezTo>
                  <a:pt x="104155" y="220598"/>
                  <a:pt x="67256" y="212331"/>
                  <a:pt x="43634" y="186842"/>
                </a:cubicBezTo>
                <a:cubicBezTo>
                  <a:pt x="39843" y="182899"/>
                  <a:pt x="33575" y="182765"/>
                  <a:pt x="29632" y="186547"/>
                </a:cubicBezTo>
                <a:cubicBezTo>
                  <a:pt x="25679" y="190338"/>
                  <a:pt x="25546" y="196605"/>
                  <a:pt x="29327" y="200558"/>
                </a:cubicBezTo>
                <a:cubicBezTo>
                  <a:pt x="48882" y="220979"/>
                  <a:pt x="75923" y="232524"/>
                  <a:pt x="104193" y="232514"/>
                </a:cubicBezTo>
                <a:cubicBezTo>
                  <a:pt x="110509" y="232505"/>
                  <a:pt x="116814" y="231905"/>
                  <a:pt x="123034" y="230733"/>
                </a:cubicBezTo>
                <a:cubicBezTo>
                  <a:pt x="179155" y="220256"/>
                  <a:pt x="216274" y="166392"/>
                  <a:pt x="206073" y="110213"/>
                </a:cubicBezTo>
                <a:moveTo>
                  <a:pt x="19564" y="87925"/>
                </a:moveTo>
                <a:cubicBezTo>
                  <a:pt x="21107" y="88877"/>
                  <a:pt x="22879" y="89392"/>
                  <a:pt x="24698" y="89401"/>
                </a:cubicBezTo>
                <a:cubicBezTo>
                  <a:pt x="28127" y="89382"/>
                  <a:pt x="31299" y="87591"/>
                  <a:pt x="33080" y="84667"/>
                </a:cubicBezTo>
                <a:cubicBezTo>
                  <a:pt x="39633" y="74018"/>
                  <a:pt x="48539" y="65008"/>
                  <a:pt x="59121" y="58331"/>
                </a:cubicBezTo>
                <a:cubicBezTo>
                  <a:pt x="62379" y="56597"/>
                  <a:pt x="64398" y="53187"/>
                  <a:pt x="64350" y="49501"/>
                </a:cubicBezTo>
                <a:cubicBezTo>
                  <a:pt x="64303" y="45805"/>
                  <a:pt x="62198" y="42452"/>
                  <a:pt x="58893" y="40805"/>
                </a:cubicBezTo>
                <a:cubicBezTo>
                  <a:pt x="55587" y="39147"/>
                  <a:pt x="51644" y="39481"/>
                  <a:pt x="48663" y="41662"/>
                </a:cubicBezTo>
                <a:cubicBezTo>
                  <a:pt x="35471" y="49901"/>
                  <a:pt x="24393" y="61121"/>
                  <a:pt x="16316" y="74409"/>
                </a:cubicBezTo>
                <a:cubicBezTo>
                  <a:pt x="13496" y="79038"/>
                  <a:pt x="14954" y="85077"/>
                  <a:pt x="19564" y="87925"/>
                </a:cubicBezTo>
                <a:moveTo>
                  <a:pt x="26469" y="160220"/>
                </a:moveTo>
                <a:cubicBezTo>
                  <a:pt x="21793" y="148580"/>
                  <a:pt x="19802" y="136036"/>
                  <a:pt x="20650" y="123529"/>
                </a:cubicBezTo>
                <a:cubicBezTo>
                  <a:pt x="20983" y="118081"/>
                  <a:pt x="16830" y="113395"/>
                  <a:pt x="11382" y="113071"/>
                </a:cubicBezTo>
                <a:cubicBezTo>
                  <a:pt x="5934" y="112737"/>
                  <a:pt x="1247" y="116890"/>
                  <a:pt x="923" y="122339"/>
                </a:cubicBezTo>
                <a:cubicBezTo>
                  <a:pt x="0" y="137779"/>
                  <a:pt x="2457" y="153228"/>
                  <a:pt x="8124" y="167611"/>
                </a:cubicBezTo>
                <a:cubicBezTo>
                  <a:pt x="9620" y="171364"/>
                  <a:pt x="13258" y="173831"/>
                  <a:pt x="17297" y="173831"/>
                </a:cubicBezTo>
                <a:cubicBezTo>
                  <a:pt x="18545" y="173831"/>
                  <a:pt x="19783" y="173593"/>
                  <a:pt x="20945" y="173135"/>
                </a:cubicBezTo>
                <a:cubicBezTo>
                  <a:pt x="23402" y="172173"/>
                  <a:pt x="25374" y="170259"/>
                  <a:pt x="26412" y="167830"/>
                </a:cubicBezTo>
                <a:cubicBezTo>
                  <a:pt x="27451" y="165401"/>
                  <a:pt x="27470" y="162658"/>
                  <a:pt x="26469" y="160220"/>
                </a:cubicBezTo>
              </a:path>
            </a:pathLst>
          </a:custGeom>
          <a:solidFill>
            <a:srgbClr val="DB994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731460" y="2404794"/>
            <a:ext cx="236810" cy="236829"/>
          </a:xfrm>
          <a:custGeom>
            <a:avLst/>
            <a:gdLst/>
            <a:ahLst/>
            <a:cxnLst/>
            <a:rect l="0" t="0" r="0" b="0"/>
            <a:pathLst>
              <a:path w="236810" h="236829">
                <a:moveTo>
                  <a:pt x="171421" y="41443"/>
                </a:moveTo>
                <a:cubicBezTo>
                  <a:pt x="172154" y="41862"/>
                  <a:pt x="172612" y="42662"/>
                  <a:pt x="172602" y="43510"/>
                </a:cubicBezTo>
                <a:lnTo>
                  <a:pt x="172602" y="49425"/>
                </a:lnTo>
                <a:cubicBezTo>
                  <a:pt x="172602" y="50787"/>
                  <a:pt x="171497" y="51892"/>
                  <a:pt x="170135" y="51892"/>
                </a:cubicBezTo>
                <a:lnTo>
                  <a:pt x="168849" y="51892"/>
                </a:lnTo>
                <a:cubicBezTo>
                  <a:pt x="168440" y="51758"/>
                  <a:pt x="167992" y="51758"/>
                  <a:pt x="167573" y="51892"/>
                </a:cubicBezTo>
                <a:lnTo>
                  <a:pt x="93402" y="126558"/>
                </a:lnTo>
                <a:cubicBezTo>
                  <a:pt x="92716" y="127301"/>
                  <a:pt x="92487" y="128358"/>
                  <a:pt x="92811" y="129320"/>
                </a:cubicBezTo>
                <a:cubicBezTo>
                  <a:pt x="93240" y="130235"/>
                  <a:pt x="94164" y="130816"/>
                  <a:pt x="95173" y="130797"/>
                </a:cubicBezTo>
                <a:lnTo>
                  <a:pt x="141827" y="130797"/>
                </a:lnTo>
                <a:cubicBezTo>
                  <a:pt x="142303" y="130787"/>
                  <a:pt x="142751" y="130606"/>
                  <a:pt x="143113" y="130302"/>
                </a:cubicBezTo>
                <a:lnTo>
                  <a:pt x="216989" y="56140"/>
                </a:lnTo>
                <a:cubicBezTo>
                  <a:pt x="217674" y="55397"/>
                  <a:pt x="217903" y="54330"/>
                  <a:pt x="217579" y="53378"/>
                </a:cubicBezTo>
                <a:cubicBezTo>
                  <a:pt x="217150" y="52454"/>
                  <a:pt x="216217" y="51873"/>
                  <a:pt x="215207" y="51892"/>
                </a:cubicBezTo>
                <a:lnTo>
                  <a:pt x="194500" y="51892"/>
                </a:lnTo>
                <a:cubicBezTo>
                  <a:pt x="193252" y="51739"/>
                  <a:pt x="192319" y="50682"/>
                  <a:pt x="192328" y="49425"/>
                </a:cubicBezTo>
                <a:lnTo>
                  <a:pt x="192328" y="43510"/>
                </a:lnTo>
                <a:cubicBezTo>
                  <a:pt x="192319" y="42662"/>
                  <a:pt x="192776" y="41862"/>
                  <a:pt x="193509" y="41443"/>
                </a:cubicBezTo>
                <a:cubicBezTo>
                  <a:pt x="202234" y="36433"/>
                  <a:pt x="206502" y="26193"/>
                  <a:pt x="203911" y="16478"/>
                </a:cubicBezTo>
                <a:cubicBezTo>
                  <a:pt x="201320" y="6762"/>
                  <a:pt x="192519" y="0"/>
                  <a:pt x="182460" y="0"/>
                </a:cubicBezTo>
                <a:cubicBezTo>
                  <a:pt x="172412" y="0"/>
                  <a:pt x="163610" y="6762"/>
                  <a:pt x="161020" y="16478"/>
                </a:cubicBezTo>
                <a:cubicBezTo>
                  <a:pt x="158429" y="26193"/>
                  <a:pt x="162696" y="36433"/>
                  <a:pt x="171421" y="41443"/>
                </a:cubicBezTo>
                <a:moveTo>
                  <a:pt x="167668" y="126558"/>
                </a:moveTo>
                <a:cubicBezTo>
                  <a:pt x="166887" y="127244"/>
                  <a:pt x="166649" y="128368"/>
                  <a:pt x="167078" y="129320"/>
                </a:cubicBezTo>
                <a:cubicBezTo>
                  <a:pt x="167468" y="130216"/>
                  <a:pt x="168363" y="130806"/>
                  <a:pt x="169344" y="130797"/>
                </a:cubicBezTo>
                <a:lnTo>
                  <a:pt x="192328" y="130797"/>
                </a:lnTo>
                <a:cubicBezTo>
                  <a:pt x="193690" y="130797"/>
                  <a:pt x="194795" y="131902"/>
                  <a:pt x="194795" y="133264"/>
                </a:cubicBezTo>
                <a:lnTo>
                  <a:pt x="194795" y="224494"/>
                </a:lnTo>
                <a:cubicBezTo>
                  <a:pt x="194795" y="231305"/>
                  <a:pt x="200310" y="236829"/>
                  <a:pt x="207121" y="236829"/>
                </a:cubicBezTo>
                <a:cubicBezTo>
                  <a:pt x="213931" y="236829"/>
                  <a:pt x="219455" y="231305"/>
                  <a:pt x="219455" y="224494"/>
                </a:cubicBezTo>
                <a:lnTo>
                  <a:pt x="219455" y="133264"/>
                </a:lnTo>
                <a:cubicBezTo>
                  <a:pt x="219455" y="131902"/>
                  <a:pt x="220551" y="130797"/>
                  <a:pt x="221913" y="130797"/>
                </a:cubicBezTo>
                <a:cubicBezTo>
                  <a:pt x="230085" y="130797"/>
                  <a:pt x="236715" y="124177"/>
                  <a:pt x="236715" y="116004"/>
                </a:cubicBezTo>
                <a:lnTo>
                  <a:pt x="236715" y="66694"/>
                </a:lnTo>
                <a:cubicBezTo>
                  <a:pt x="236810" y="65570"/>
                  <a:pt x="236810" y="64455"/>
                  <a:pt x="236715" y="63331"/>
                </a:cubicBezTo>
                <a:cubicBezTo>
                  <a:pt x="236505" y="62455"/>
                  <a:pt x="235819" y="61760"/>
                  <a:pt x="234934" y="61560"/>
                </a:cubicBezTo>
                <a:cubicBezTo>
                  <a:pt x="234095" y="61283"/>
                  <a:pt x="233171" y="61512"/>
                  <a:pt x="232571" y="62150"/>
                </a:cubicBezTo>
                <a:lnTo>
                  <a:pt x="167668" y="126558"/>
                </a:lnTo>
                <a:moveTo>
                  <a:pt x="70227" y="56140"/>
                </a:moveTo>
                <a:cubicBezTo>
                  <a:pt x="70761" y="55292"/>
                  <a:pt x="70761" y="54216"/>
                  <a:pt x="70227" y="53378"/>
                </a:cubicBezTo>
                <a:cubicBezTo>
                  <a:pt x="69827" y="52473"/>
                  <a:pt x="68941" y="51892"/>
                  <a:pt x="67951" y="51892"/>
                </a:cubicBezTo>
                <a:lnTo>
                  <a:pt x="66579" y="51892"/>
                </a:lnTo>
                <a:cubicBezTo>
                  <a:pt x="65217" y="51892"/>
                  <a:pt x="64112" y="50787"/>
                  <a:pt x="64112" y="49425"/>
                </a:cubicBezTo>
                <a:lnTo>
                  <a:pt x="64112" y="43510"/>
                </a:lnTo>
                <a:cubicBezTo>
                  <a:pt x="64103" y="42662"/>
                  <a:pt x="64550" y="41862"/>
                  <a:pt x="65293" y="41443"/>
                </a:cubicBezTo>
                <a:cubicBezTo>
                  <a:pt x="74009" y="36433"/>
                  <a:pt x="78276" y="26193"/>
                  <a:pt x="75685" y="16478"/>
                </a:cubicBezTo>
                <a:cubicBezTo>
                  <a:pt x="73094" y="6762"/>
                  <a:pt x="64303" y="0"/>
                  <a:pt x="54244" y="0"/>
                </a:cubicBezTo>
                <a:cubicBezTo>
                  <a:pt x="44195" y="0"/>
                  <a:pt x="35394" y="6762"/>
                  <a:pt x="32804" y="16478"/>
                </a:cubicBezTo>
                <a:cubicBezTo>
                  <a:pt x="30213" y="26193"/>
                  <a:pt x="34480" y="36433"/>
                  <a:pt x="43195" y="41443"/>
                </a:cubicBezTo>
                <a:cubicBezTo>
                  <a:pt x="43938" y="41862"/>
                  <a:pt x="44386" y="42662"/>
                  <a:pt x="44386" y="43510"/>
                </a:cubicBezTo>
                <a:lnTo>
                  <a:pt x="44386" y="49425"/>
                </a:lnTo>
                <a:cubicBezTo>
                  <a:pt x="44386" y="50787"/>
                  <a:pt x="43281" y="51892"/>
                  <a:pt x="41919" y="51892"/>
                </a:cubicBezTo>
                <a:lnTo>
                  <a:pt x="14792" y="51892"/>
                </a:lnTo>
                <a:cubicBezTo>
                  <a:pt x="6619" y="51892"/>
                  <a:pt x="0" y="58521"/>
                  <a:pt x="0" y="66694"/>
                </a:cubicBezTo>
                <a:lnTo>
                  <a:pt x="0" y="116004"/>
                </a:lnTo>
                <a:cubicBezTo>
                  <a:pt x="28" y="117538"/>
                  <a:pt x="257" y="119062"/>
                  <a:pt x="685" y="120538"/>
                </a:cubicBezTo>
                <a:cubicBezTo>
                  <a:pt x="990" y="121329"/>
                  <a:pt x="1647" y="121920"/>
                  <a:pt x="2466" y="122120"/>
                </a:cubicBezTo>
                <a:cubicBezTo>
                  <a:pt x="3305" y="122329"/>
                  <a:pt x="4190" y="122110"/>
                  <a:pt x="4829" y="121529"/>
                </a:cubicBezTo>
                <a:lnTo>
                  <a:pt x="70227" y="56140"/>
                </a:lnTo>
                <a:moveTo>
                  <a:pt x="69037" y="130302"/>
                </a:moveTo>
                <a:lnTo>
                  <a:pt x="143208" y="56140"/>
                </a:lnTo>
                <a:cubicBezTo>
                  <a:pt x="143998" y="55445"/>
                  <a:pt x="144237" y="54321"/>
                  <a:pt x="143798" y="53378"/>
                </a:cubicBezTo>
                <a:cubicBezTo>
                  <a:pt x="143408" y="52473"/>
                  <a:pt x="142513" y="51892"/>
                  <a:pt x="141531" y="51892"/>
                </a:cubicBezTo>
                <a:lnTo>
                  <a:pt x="96069" y="51892"/>
                </a:lnTo>
                <a:cubicBezTo>
                  <a:pt x="95678" y="51758"/>
                  <a:pt x="95269" y="51758"/>
                  <a:pt x="94878" y="51892"/>
                </a:cubicBezTo>
                <a:lnTo>
                  <a:pt x="16868" y="130406"/>
                </a:lnTo>
                <a:lnTo>
                  <a:pt x="16868" y="223904"/>
                </a:lnTo>
                <a:cubicBezTo>
                  <a:pt x="16868" y="230714"/>
                  <a:pt x="22383" y="236229"/>
                  <a:pt x="29194" y="236229"/>
                </a:cubicBezTo>
                <a:cubicBezTo>
                  <a:pt x="36004" y="236229"/>
                  <a:pt x="41519" y="230714"/>
                  <a:pt x="41519" y="223904"/>
                </a:cubicBezTo>
                <a:lnTo>
                  <a:pt x="41519" y="133264"/>
                </a:lnTo>
                <a:cubicBezTo>
                  <a:pt x="41519" y="131902"/>
                  <a:pt x="42624" y="130797"/>
                  <a:pt x="43986" y="130797"/>
                </a:cubicBezTo>
                <a:lnTo>
                  <a:pt x="67560" y="130797"/>
                </a:lnTo>
                <a:cubicBezTo>
                  <a:pt x="68103" y="130873"/>
                  <a:pt x="68646" y="130692"/>
                  <a:pt x="69037" y="130302"/>
                </a:cubicBezTo>
              </a:path>
            </a:pathLst>
          </a:custGeom>
          <a:solidFill>
            <a:srgbClr val="DB994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295069" y="1588362"/>
            <a:ext cx="234934" cy="213426"/>
          </a:xfrm>
          <a:custGeom>
            <a:avLst/>
            <a:gdLst/>
            <a:ahLst/>
            <a:cxnLst/>
            <a:rect l="0" t="0" r="0" b="0"/>
            <a:pathLst>
              <a:path w="234934" h="213426">
                <a:moveTo>
                  <a:pt x="128216" y="10639"/>
                </a:moveTo>
                <a:lnTo>
                  <a:pt x="128216" y="24450"/>
                </a:lnTo>
                <a:cubicBezTo>
                  <a:pt x="128216" y="25688"/>
                  <a:pt x="128673" y="26889"/>
                  <a:pt x="129501" y="27803"/>
                </a:cubicBezTo>
                <a:lnTo>
                  <a:pt x="191938" y="96840"/>
                </a:lnTo>
                <a:cubicBezTo>
                  <a:pt x="196957" y="102460"/>
                  <a:pt x="196957" y="110956"/>
                  <a:pt x="191938" y="116566"/>
                </a:cubicBezTo>
                <a:lnTo>
                  <a:pt x="129501" y="185613"/>
                </a:lnTo>
                <a:cubicBezTo>
                  <a:pt x="128644" y="186509"/>
                  <a:pt x="128177" y="187718"/>
                  <a:pt x="128216" y="188966"/>
                </a:cubicBezTo>
                <a:lnTo>
                  <a:pt x="128216" y="202768"/>
                </a:lnTo>
                <a:cubicBezTo>
                  <a:pt x="128244" y="206759"/>
                  <a:pt x="130654" y="210331"/>
                  <a:pt x="134331" y="211845"/>
                </a:cubicBezTo>
                <a:cubicBezTo>
                  <a:pt x="138169" y="213426"/>
                  <a:pt x="142589" y="212445"/>
                  <a:pt x="145380" y="209378"/>
                </a:cubicBezTo>
                <a:lnTo>
                  <a:pt x="232276" y="113709"/>
                </a:lnTo>
                <a:cubicBezTo>
                  <a:pt x="233981" y="111890"/>
                  <a:pt x="234934" y="109499"/>
                  <a:pt x="234934" y="107003"/>
                </a:cubicBezTo>
                <a:cubicBezTo>
                  <a:pt x="234915" y="104536"/>
                  <a:pt x="234000" y="102155"/>
                  <a:pt x="232371" y="100298"/>
                </a:cubicBezTo>
                <a:lnTo>
                  <a:pt x="145380" y="4133"/>
                </a:lnTo>
                <a:cubicBezTo>
                  <a:pt x="142684" y="1123"/>
                  <a:pt x="138426" y="66"/>
                  <a:pt x="134635" y="1466"/>
                </a:cubicBezTo>
                <a:cubicBezTo>
                  <a:pt x="130797" y="2905"/>
                  <a:pt x="128244" y="6553"/>
                  <a:pt x="128216" y="10639"/>
                </a:cubicBezTo>
                <a:moveTo>
                  <a:pt x="168163" y="113118"/>
                </a:moveTo>
                <a:cubicBezTo>
                  <a:pt x="169868" y="111299"/>
                  <a:pt x="170821" y="108899"/>
                  <a:pt x="170830" y="106413"/>
                </a:cubicBezTo>
                <a:cubicBezTo>
                  <a:pt x="170802" y="103946"/>
                  <a:pt x="169887" y="101565"/>
                  <a:pt x="168268" y="99707"/>
                </a:cubicBezTo>
                <a:lnTo>
                  <a:pt x="81276" y="4133"/>
                </a:lnTo>
                <a:cubicBezTo>
                  <a:pt x="78571" y="1123"/>
                  <a:pt x="74314" y="66"/>
                  <a:pt x="70523" y="1466"/>
                </a:cubicBezTo>
                <a:cubicBezTo>
                  <a:pt x="66694" y="2905"/>
                  <a:pt x="64141" y="6553"/>
                  <a:pt x="64112" y="10639"/>
                </a:cubicBezTo>
                <a:lnTo>
                  <a:pt x="64112" y="24450"/>
                </a:lnTo>
                <a:cubicBezTo>
                  <a:pt x="64169" y="25584"/>
                  <a:pt x="64627" y="26670"/>
                  <a:pt x="65389" y="27508"/>
                </a:cubicBezTo>
                <a:lnTo>
                  <a:pt x="127825" y="96545"/>
                </a:lnTo>
                <a:cubicBezTo>
                  <a:pt x="132845" y="102165"/>
                  <a:pt x="132845" y="110661"/>
                  <a:pt x="127825" y="116271"/>
                </a:cubicBezTo>
                <a:lnTo>
                  <a:pt x="65389" y="185318"/>
                </a:lnTo>
                <a:cubicBezTo>
                  <a:pt x="64531" y="186213"/>
                  <a:pt x="64074" y="187423"/>
                  <a:pt x="64112" y="188671"/>
                </a:cubicBezTo>
                <a:lnTo>
                  <a:pt x="64112" y="202472"/>
                </a:lnTo>
                <a:cubicBezTo>
                  <a:pt x="64131" y="206454"/>
                  <a:pt x="66541" y="210035"/>
                  <a:pt x="70227" y="211550"/>
                </a:cubicBezTo>
                <a:cubicBezTo>
                  <a:pt x="74056" y="213131"/>
                  <a:pt x="78476" y="212150"/>
                  <a:pt x="81276" y="209083"/>
                </a:cubicBezTo>
                <a:lnTo>
                  <a:pt x="168163" y="113118"/>
                </a:lnTo>
                <a:moveTo>
                  <a:pt x="104155" y="113023"/>
                </a:moveTo>
                <a:cubicBezTo>
                  <a:pt x="105803" y="111213"/>
                  <a:pt x="106708" y="108851"/>
                  <a:pt x="106718" y="106413"/>
                </a:cubicBezTo>
                <a:cubicBezTo>
                  <a:pt x="106708" y="103965"/>
                  <a:pt x="105803" y="101612"/>
                  <a:pt x="104155" y="99802"/>
                </a:cubicBezTo>
                <a:lnTo>
                  <a:pt x="17164" y="4029"/>
                </a:lnTo>
                <a:cubicBezTo>
                  <a:pt x="14420" y="1019"/>
                  <a:pt x="10115" y="0"/>
                  <a:pt x="6315" y="1466"/>
                </a:cubicBezTo>
                <a:cubicBezTo>
                  <a:pt x="2524" y="2933"/>
                  <a:pt x="9" y="6572"/>
                  <a:pt x="0" y="10639"/>
                </a:cubicBezTo>
                <a:lnTo>
                  <a:pt x="0" y="202177"/>
                </a:lnTo>
                <a:cubicBezTo>
                  <a:pt x="9" y="206244"/>
                  <a:pt x="2524" y="209892"/>
                  <a:pt x="6315" y="211350"/>
                </a:cubicBezTo>
                <a:cubicBezTo>
                  <a:pt x="10115" y="212817"/>
                  <a:pt x="14420" y="211797"/>
                  <a:pt x="17164" y="208788"/>
                </a:cubicBezTo>
                <a:lnTo>
                  <a:pt x="104155" y="113023"/>
                </a:lnTo>
              </a:path>
            </a:pathLst>
          </a:custGeom>
          <a:solidFill>
            <a:srgbClr val="E1633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732708" y="3235667"/>
            <a:ext cx="234248" cy="233448"/>
          </a:xfrm>
          <a:custGeom>
            <a:avLst/>
            <a:gdLst/>
            <a:ahLst/>
            <a:cxnLst/>
            <a:rect l="0" t="0" r="0" b="0"/>
            <a:pathLst>
              <a:path w="234248" h="233448">
                <a:moveTo>
                  <a:pt x="158038" y="56226"/>
                </a:moveTo>
                <a:lnTo>
                  <a:pt x="158038" y="75199"/>
                </a:lnTo>
                <a:lnTo>
                  <a:pt x="85048" y="75199"/>
                </a:lnTo>
                <a:lnTo>
                  <a:pt x="85048" y="56226"/>
                </a:lnTo>
                <a:cubicBezTo>
                  <a:pt x="85039" y="46548"/>
                  <a:pt x="88877" y="37261"/>
                  <a:pt x="95726" y="30413"/>
                </a:cubicBezTo>
                <a:cubicBezTo>
                  <a:pt x="102574" y="23564"/>
                  <a:pt x="111861" y="19726"/>
                  <a:pt x="121548" y="19735"/>
                </a:cubicBezTo>
                <a:cubicBezTo>
                  <a:pt x="141741" y="19735"/>
                  <a:pt x="158038" y="36033"/>
                  <a:pt x="158038" y="56226"/>
                </a:cubicBezTo>
                <a:moveTo>
                  <a:pt x="177765" y="75199"/>
                </a:moveTo>
                <a:lnTo>
                  <a:pt x="177765" y="56226"/>
                </a:lnTo>
                <a:cubicBezTo>
                  <a:pt x="177765" y="25145"/>
                  <a:pt x="152638" y="9"/>
                  <a:pt x="121548" y="9"/>
                </a:cubicBezTo>
                <a:cubicBezTo>
                  <a:pt x="106632" y="0"/>
                  <a:pt x="92325" y="5915"/>
                  <a:pt x="81781" y="16459"/>
                </a:cubicBezTo>
                <a:cubicBezTo>
                  <a:pt x="71237" y="27012"/>
                  <a:pt x="65312" y="41319"/>
                  <a:pt x="65331" y="56226"/>
                </a:cubicBezTo>
                <a:lnTo>
                  <a:pt x="65331" y="75199"/>
                </a:lnTo>
                <a:lnTo>
                  <a:pt x="63969" y="75199"/>
                </a:lnTo>
                <a:lnTo>
                  <a:pt x="17411" y="35947"/>
                </a:lnTo>
                <a:cubicBezTo>
                  <a:pt x="13249" y="32442"/>
                  <a:pt x="7019" y="32975"/>
                  <a:pt x="3514" y="37137"/>
                </a:cubicBezTo>
                <a:cubicBezTo>
                  <a:pt x="0" y="41309"/>
                  <a:pt x="533" y="47529"/>
                  <a:pt x="4695" y="51044"/>
                </a:cubicBezTo>
                <a:lnTo>
                  <a:pt x="9363" y="54968"/>
                </a:lnTo>
                <a:cubicBezTo>
                  <a:pt x="9601" y="55121"/>
                  <a:pt x="9829" y="55292"/>
                  <a:pt x="10048" y="55473"/>
                </a:cubicBezTo>
                <a:lnTo>
                  <a:pt x="217579" y="230438"/>
                </a:lnTo>
                <a:cubicBezTo>
                  <a:pt x="221922" y="233448"/>
                  <a:pt x="227857" y="232505"/>
                  <a:pt x="231047" y="228304"/>
                </a:cubicBezTo>
                <a:cubicBezTo>
                  <a:pt x="234248" y="224104"/>
                  <a:pt x="233572" y="218132"/>
                  <a:pt x="229514" y="214760"/>
                </a:cubicBezTo>
                <a:lnTo>
                  <a:pt x="200663" y="190433"/>
                </a:lnTo>
                <a:cubicBezTo>
                  <a:pt x="200844" y="189356"/>
                  <a:pt x="200939" y="188261"/>
                  <a:pt x="200939" y="187137"/>
                </a:cubicBezTo>
                <a:lnTo>
                  <a:pt x="200939" y="95411"/>
                </a:lnTo>
                <a:cubicBezTo>
                  <a:pt x="200939" y="84429"/>
                  <a:pt x="191709" y="75199"/>
                  <a:pt x="180727" y="75199"/>
                </a:cubicBezTo>
                <a:lnTo>
                  <a:pt x="177765" y="75199"/>
                </a:lnTo>
                <a:moveTo>
                  <a:pt x="167249" y="207359"/>
                </a:moveTo>
                <a:lnTo>
                  <a:pt x="62369" y="207359"/>
                </a:lnTo>
                <a:cubicBezTo>
                  <a:pt x="51377" y="207359"/>
                  <a:pt x="42148" y="198129"/>
                  <a:pt x="42148" y="187137"/>
                </a:cubicBezTo>
                <a:lnTo>
                  <a:pt x="42148" y="101898"/>
                </a:lnTo>
                <a:lnTo>
                  <a:pt x="167249" y="207359"/>
                </a:lnTo>
              </a:path>
            </a:pathLst>
          </a:custGeom>
          <a:solidFill>
            <a:srgbClr val="DB994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7294183" y="3233400"/>
            <a:ext cx="236924" cy="236810"/>
          </a:xfrm>
          <a:custGeom>
            <a:avLst/>
            <a:gdLst/>
            <a:ahLst/>
            <a:cxnLst/>
            <a:rect l="0" t="0" r="0" b="0"/>
            <a:pathLst>
              <a:path w="236924" h="236810">
                <a:moveTo>
                  <a:pt x="103565" y="118252"/>
                </a:moveTo>
                <a:cubicBezTo>
                  <a:pt x="103565" y="126425"/>
                  <a:pt x="110185" y="133054"/>
                  <a:pt x="118357" y="133054"/>
                </a:cubicBezTo>
                <a:cubicBezTo>
                  <a:pt x="126530" y="133054"/>
                  <a:pt x="133149" y="126425"/>
                  <a:pt x="133149" y="118252"/>
                </a:cubicBezTo>
                <a:cubicBezTo>
                  <a:pt x="133149" y="110089"/>
                  <a:pt x="126530" y="103460"/>
                  <a:pt x="118357" y="103460"/>
                </a:cubicBezTo>
                <a:cubicBezTo>
                  <a:pt x="110185" y="103460"/>
                  <a:pt x="103565" y="110089"/>
                  <a:pt x="103565" y="118252"/>
                </a:cubicBezTo>
                <a:moveTo>
                  <a:pt x="118357" y="46748"/>
                </a:moveTo>
                <a:cubicBezTo>
                  <a:pt x="108842" y="46805"/>
                  <a:pt x="101145" y="54502"/>
                  <a:pt x="101098" y="64008"/>
                </a:cubicBezTo>
                <a:lnTo>
                  <a:pt x="101098" y="76342"/>
                </a:lnTo>
                <a:cubicBezTo>
                  <a:pt x="101098" y="79067"/>
                  <a:pt x="103308" y="81267"/>
                  <a:pt x="106022" y="81267"/>
                </a:cubicBezTo>
                <a:lnTo>
                  <a:pt x="130683" y="81267"/>
                </a:lnTo>
                <a:cubicBezTo>
                  <a:pt x="133407" y="81267"/>
                  <a:pt x="135616" y="79067"/>
                  <a:pt x="135616" y="76342"/>
                </a:cubicBezTo>
                <a:lnTo>
                  <a:pt x="135616" y="64008"/>
                </a:lnTo>
                <a:cubicBezTo>
                  <a:pt x="135559" y="54502"/>
                  <a:pt x="127863" y="46805"/>
                  <a:pt x="118357" y="46748"/>
                </a:cubicBezTo>
                <a:moveTo>
                  <a:pt x="236715" y="19726"/>
                </a:moveTo>
                <a:cubicBezTo>
                  <a:pt x="236715" y="8829"/>
                  <a:pt x="227876" y="0"/>
                  <a:pt x="216989" y="0"/>
                </a:cubicBezTo>
                <a:lnTo>
                  <a:pt x="19726" y="0"/>
                </a:lnTo>
                <a:cubicBezTo>
                  <a:pt x="8829" y="0"/>
                  <a:pt x="0" y="8829"/>
                  <a:pt x="0" y="19726"/>
                </a:cubicBezTo>
                <a:lnTo>
                  <a:pt x="0" y="91820"/>
                </a:lnTo>
                <a:cubicBezTo>
                  <a:pt x="380" y="161505"/>
                  <a:pt x="48939" y="221656"/>
                  <a:pt x="116976" y="236715"/>
                </a:cubicBezTo>
                <a:cubicBezTo>
                  <a:pt x="117624" y="236810"/>
                  <a:pt x="118290" y="236810"/>
                  <a:pt x="118948" y="236715"/>
                </a:cubicBezTo>
                <a:cubicBezTo>
                  <a:pt x="119605" y="236801"/>
                  <a:pt x="120262" y="236801"/>
                  <a:pt x="120919" y="236715"/>
                </a:cubicBezTo>
                <a:cubicBezTo>
                  <a:pt x="188861" y="221056"/>
                  <a:pt x="236924" y="160458"/>
                  <a:pt x="236715" y="90735"/>
                </a:cubicBezTo>
                <a:lnTo>
                  <a:pt x="236715" y="19726"/>
                </a:lnTo>
                <a:moveTo>
                  <a:pt x="167668" y="145380"/>
                </a:moveTo>
                <a:cubicBezTo>
                  <a:pt x="167668" y="150828"/>
                  <a:pt x="163258" y="155247"/>
                  <a:pt x="157810" y="155247"/>
                </a:cubicBezTo>
                <a:lnTo>
                  <a:pt x="78905" y="155247"/>
                </a:lnTo>
                <a:cubicBezTo>
                  <a:pt x="73456" y="155247"/>
                  <a:pt x="69037" y="150828"/>
                  <a:pt x="69037" y="145380"/>
                </a:cubicBezTo>
                <a:lnTo>
                  <a:pt x="69037" y="91135"/>
                </a:lnTo>
                <a:cubicBezTo>
                  <a:pt x="69037" y="85686"/>
                  <a:pt x="73456" y="81267"/>
                  <a:pt x="78905" y="81267"/>
                </a:cubicBezTo>
                <a:lnTo>
                  <a:pt x="81372" y="81267"/>
                </a:lnTo>
                <a:cubicBezTo>
                  <a:pt x="84096" y="81267"/>
                  <a:pt x="86296" y="79067"/>
                  <a:pt x="86296" y="76342"/>
                </a:cubicBezTo>
                <a:lnTo>
                  <a:pt x="86296" y="64008"/>
                </a:lnTo>
                <a:cubicBezTo>
                  <a:pt x="86296" y="46310"/>
                  <a:pt x="100650" y="31956"/>
                  <a:pt x="118357" y="31956"/>
                </a:cubicBezTo>
                <a:cubicBezTo>
                  <a:pt x="136055" y="31956"/>
                  <a:pt x="150409" y="46310"/>
                  <a:pt x="150409" y="64008"/>
                </a:cubicBezTo>
                <a:lnTo>
                  <a:pt x="150409" y="76342"/>
                </a:lnTo>
                <a:cubicBezTo>
                  <a:pt x="150409" y="79067"/>
                  <a:pt x="152619" y="81267"/>
                  <a:pt x="155343" y="81267"/>
                </a:cubicBezTo>
                <a:lnTo>
                  <a:pt x="157810" y="81267"/>
                </a:lnTo>
                <a:cubicBezTo>
                  <a:pt x="163258" y="81267"/>
                  <a:pt x="167668" y="85686"/>
                  <a:pt x="167668" y="91135"/>
                </a:cubicBezTo>
                <a:lnTo>
                  <a:pt x="167668" y="145380"/>
                </a:lnTo>
              </a:path>
            </a:pathLst>
          </a:custGeom>
          <a:solidFill>
            <a:srgbClr val="E1633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738861" y="4065832"/>
            <a:ext cx="221913" cy="228819"/>
          </a:xfrm>
          <a:custGeom>
            <a:avLst/>
            <a:gdLst/>
            <a:ahLst/>
            <a:cxnLst/>
            <a:rect l="0" t="0" r="0" b="0"/>
            <a:pathLst>
              <a:path w="221913" h="228819">
                <a:moveTo>
                  <a:pt x="162734" y="175460"/>
                </a:moveTo>
                <a:cubicBezTo>
                  <a:pt x="160010" y="175460"/>
                  <a:pt x="157800" y="177669"/>
                  <a:pt x="157800" y="180393"/>
                </a:cubicBezTo>
                <a:lnTo>
                  <a:pt x="157800" y="223894"/>
                </a:lnTo>
                <a:cubicBezTo>
                  <a:pt x="157800" y="226618"/>
                  <a:pt x="160010" y="228819"/>
                  <a:pt x="162734" y="228819"/>
                </a:cubicBezTo>
                <a:lnTo>
                  <a:pt x="216979" y="228819"/>
                </a:lnTo>
                <a:cubicBezTo>
                  <a:pt x="219703" y="228819"/>
                  <a:pt x="221913" y="226618"/>
                  <a:pt x="221913" y="223894"/>
                </a:cubicBezTo>
                <a:lnTo>
                  <a:pt x="221913" y="180393"/>
                </a:lnTo>
                <a:cubicBezTo>
                  <a:pt x="221913" y="177669"/>
                  <a:pt x="219703" y="175460"/>
                  <a:pt x="216979" y="175460"/>
                </a:cubicBezTo>
                <a:lnTo>
                  <a:pt x="162734" y="175460"/>
                </a:lnTo>
                <a:moveTo>
                  <a:pt x="145475" y="202196"/>
                </a:moveTo>
                <a:cubicBezTo>
                  <a:pt x="145475" y="196748"/>
                  <a:pt x="141055" y="192328"/>
                  <a:pt x="135616" y="192328"/>
                </a:cubicBezTo>
                <a:lnTo>
                  <a:pt x="120815" y="192328"/>
                </a:lnTo>
                <a:lnTo>
                  <a:pt x="120815" y="152876"/>
                </a:lnTo>
                <a:cubicBezTo>
                  <a:pt x="120815" y="147427"/>
                  <a:pt x="116405" y="143017"/>
                  <a:pt x="110956" y="143017"/>
                </a:cubicBezTo>
                <a:cubicBezTo>
                  <a:pt x="105508" y="143017"/>
                  <a:pt x="101088" y="147427"/>
                  <a:pt x="101088" y="152876"/>
                </a:cubicBezTo>
                <a:lnTo>
                  <a:pt x="101088" y="192328"/>
                </a:lnTo>
                <a:lnTo>
                  <a:pt x="86296" y="192328"/>
                </a:lnTo>
                <a:cubicBezTo>
                  <a:pt x="80848" y="192328"/>
                  <a:pt x="76438" y="196748"/>
                  <a:pt x="76438" y="202196"/>
                </a:cubicBezTo>
                <a:cubicBezTo>
                  <a:pt x="76438" y="207635"/>
                  <a:pt x="80848" y="212055"/>
                  <a:pt x="86296" y="212055"/>
                </a:cubicBezTo>
                <a:lnTo>
                  <a:pt x="135616" y="212055"/>
                </a:lnTo>
                <a:cubicBezTo>
                  <a:pt x="141055" y="212055"/>
                  <a:pt x="145475" y="207635"/>
                  <a:pt x="145475" y="202196"/>
                </a:cubicBezTo>
                <a:moveTo>
                  <a:pt x="176936" y="44386"/>
                </a:moveTo>
                <a:cubicBezTo>
                  <a:pt x="178612" y="44386"/>
                  <a:pt x="180174" y="43529"/>
                  <a:pt x="181079" y="42119"/>
                </a:cubicBezTo>
                <a:cubicBezTo>
                  <a:pt x="181870" y="40671"/>
                  <a:pt x="181870" y="38928"/>
                  <a:pt x="181079" y="37480"/>
                </a:cubicBezTo>
                <a:cubicBezTo>
                  <a:pt x="175164" y="23079"/>
                  <a:pt x="157800" y="0"/>
                  <a:pt x="110956" y="0"/>
                </a:cubicBezTo>
                <a:cubicBezTo>
                  <a:pt x="60455" y="0"/>
                  <a:pt x="44481" y="23183"/>
                  <a:pt x="39347" y="37776"/>
                </a:cubicBezTo>
                <a:cubicBezTo>
                  <a:pt x="38833" y="39309"/>
                  <a:pt x="39090" y="41005"/>
                  <a:pt x="40043" y="42310"/>
                </a:cubicBezTo>
                <a:cubicBezTo>
                  <a:pt x="40938" y="43605"/>
                  <a:pt x="42414" y="44376"/>
                  <a:pt x="43986" y="44386"/>
                </a:cubicBezTo>
                <a:lnTo>
                  <a:pt x="176936" y="44386"/>
                </a:lnTo>
                <a:moveTo>
                  <a:pt x="184927" y="59178"/>
                </a:moveTo>
                <a:cubicBezTo>
                  <a:pt x="184927" y="56454"/>
                  <a:pt x="182718" y="54244"/>
                  <a:pt x="179993" y="54244"/>
                </a:cubicBezTo>
                <a:lnTo>
                  <a:pt x="41910" y="54244"/>
                </a:lnTo>
                <a:cubicBezTo>
                  <a:pt x="39185" y="54244"/>
                  <a:pt x="36985" y="56454"/>
                  <a:pt x="36985" y="59178"/>
                </a:cubicBezTo>
                <a:lnTo>
                  <a:pt x="36985" y="128216"/>
                </a:lnTo>
                <a:cubicBezTo>
                  <a:pt x="36985" y="133664"/>
                  <a:pt x="41395" y="138083"/>
                  <a:pt x="46843" y="138083"/>
                </a:cubicBezTo>
                <a:lnTo>
                  <a:pt x="68046" y="138083"/>
                </a:lnTo>
                <a:cubicBezTo>
                  <a:pt x="70751" y="138026"/>
                  <a:pt x="72932" y="135855"/>
                  <a:pt x="72980" y="133149"/>
                </a:cubicBezTo>
                <a:lnTo>
                  <a:pt x="72980" y="87191"/>
                </a:lnTo>
                <a:cubicBezTo>
                  <a:pt x="72980" y="84467"/>
                  <a:pt x="75190" y="82257"/>
                  <a:pt x="77914" y="82257"/>
                </a:cubicBezTo>
                <a:lnTo>
                  <a:pt x="143998" y="82257"/>
                </a:lnTo>
                <a:cubicBezTo>
                  <a:pt x="146723" y="82257"/>
                  <a:pt x="148923" y="84467"/>
                  <a:pt x="148923" y="87191"/>
                </a:cubicBezTo>
                <a:lnTo>
                  <a:pt x="148923" y="133149"/>
                </a:lnTo>
                <a:cubicBezTo>
                  <a:pt x="148980" y="135855"/>
                  <a:pt x="151161" y="138026"/>
                  <a:pt x="153857" y="138083"/>
                </a:cubicBezTo>
                <a:lnTo>
                  <a:pt x="175059" y="138083"/>
                </a:lnTo>
                <a:cubicBezTo>
                  <a:pt x="180508" y="138083"/>
                  <a:pt x="184927" y="133664"/>
                  <a:pt x="184927" y="128216"/>
                </a:cubicBezTo>
                <a:lnTo>
                  <a:pt x="184927" y="59178"/>
                </a:lnTo>
                <a:moveTo>
                  <a:pt x="4924" y="175460"/>
                </a:moveTo>
                <a:cubicBezTo>
                  <a:pt x="2200" y="175460"/>
                  <a:pt x="0" y="177669"/>
                  <a:pt x="0" y="180393"/>
                </a:cubicBezTo>
                <a:lnTo>
                  <a:pt x="0" y="223894"/>
                </a:lnTo>
                <a:cubicBezTo>
                  <a:pt x="0" y="226618"/>
                  <a:pt x="2200" y="228819"/>
                  <a:pt x="4924" y="228819"/>
                </a:cubicBezTo>
                <a:lnTo>
                  <a:pt x="59178" y="228819"/>
                </a:lnTo>
                <a:cubicBezTo>
                  <a:pt x="61893" y="228819"/>
                  <a:pt x="64103" y="226618"/>
                  <a:pt x="64103" y="223894"/>
                </a:cubicBezTo>
                <a:lnTo>
                  <a:pt x="64103" y="180393"/>
                </a:lnTo>
                <a:cubicBezTo>
                  <a:pt x="64103" y="177669"/>
                  <a:pt x="61893" y="175460"/>
                  <a:pt x="59178" y="175460"/>
                </a:cubicBezTo>
                <a:lnTo>
                  <a:pt x="4924" y="175460"/>
                </a:lnTo>
              </a:path>
            </a:pathLst>
          </a:custGeom>
          <a:solidFill>
            <a:srgbClr val="DB994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223934" y="2443378"/>
            <a:ext cx="1243940" cy="159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584053"/>
                </a:solidFill>
                <a:latin typeface="Montserrat"/>
              </a:rPr>
              <a:t>Turnover Barrier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64473" y="2443378"/>
            <a:ext cx="1230510" cy="159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584053"/>
                </a:solidFill>
                <a:latin typeface="Montserrat"/>
              </a:rPr>
              <a:t>Inclusive Access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64473" y="1614887"/>
            <a:ext cx="1254893" cy="159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584053"/>
                </a:solidFill>
                <a:latin typeface="Montserrat"/>
              </a:rPr>
              <a:t>Rapid Execution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23934" y="3271869"/>
            <a:ext cx="1504354" cy="159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584053"/>
                </a:solidFill>
                <a:latin typeface="Montserrat"/>
              </a:rPr>
              <a:t>Unprotected Status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3400" y="371474"/>
            <a:ext cx="7977210" cy="3600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700" b="1">
                <a:solidFill>
                  <a:srgbClr val="584053"/>
                </a:solidFill>
                <a:latin typeface="Montserrat"/>
              </a:rPr>
              <a:t>Procurement Transformation Impact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64473" y="3271869"/>
            <a:ext cx="1159990" cy="159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584053"/>
                </a:solidFill>
                <a:latin typeface="Montserrat"/>
              </a:rPr>
              <a:t>Fully Protected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23934" y="1614887"/>
            <a:ext cx="1442049" cy="159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584053"/>
                </a:solidFill>
                <a:latin typeface="Montserrat"/>
              </a:rPr>
              <a:t>Extended Timeline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23934" y="4100360"/>
            <a:ext cx="1670172" cy="159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584053"/>
                </a:solidFill>
                <a:latin typeface="Montserrat"/>
              </a:rPr>
              <a:t>Isolated Procurement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5064473" y="4020465"/>
            <a:ext cx="1485538" cy="319562"/>
            <a:chOff x="5064473" y="4020465"/>
            <a:chExt cx="1485538" cy="319562"/>
          </a:xfrm>
        </p:grpSpPr>
        <p:sp>
          <p:nvSpPr>
            <p:cNvPr id="46" name="TextBox 45"/>
            <p:cNvSpPr txBox="1"/>
            <p:nvPr/>
          </p:nvSpPr>
          <p:spPr>
            <a:xfrm>
              <a:off x="5064473" y="4020465"/>
              <a:ext cx="1708368" cy="1597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584053"/>
                  </a:solidFill>
                  <a:latin typeface="Montserrat"/>
                </a:rPr>
                <a:t>Procure Once, Deploy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064473" y="4180199"/>
              <a:ext cx="1708368" cy="1598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584053"/>
                  </a:solidFill>
                  <a:latin typeface="Montserrat"/>
                </a:rPr>
                <a:t>Anywhere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367</Words>
  <Application>Microsoft Office PowerPoint</Application>
  <PresentationFormat>On-screen Show (16:9)</PresentationFormat>
  <Paragraphs>129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Times New Roman</vt:lpstr>
      <vt:lpstr>Arial</vt:lpstr>
      <vt:lpstr>Calibri</vt:lpstr>
      <vt:lpstr>Montserrat</vt:lpstr>
      <vt:lpstr>Garamond</vt:lpstr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ANMOL BHARDWAJ</cp:lastModifiedBy>
  <cp:revision>5</cp:revision>
  <dcterms:created xsi:type="dcterms:W3CDTF">2013-01-27T09:14:16Z</dcterms:created>
  <dcterms:modified xsi:type="dcterms:W3CDTF">2026-09-15T08:44:31Z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apkinAIOrigin">
    <vt:lpwstr>http://cv.iptc.org/newscodes/digitalsourcetype/compositeWithTrainedAlgorithmicMedia</vt:lpwstr>
  </property>
  <property fmtid="{D5CDD505-2E9C-101B-9397-08002B2CF9AE}" pid="3" name="NapkinAIOriginGenerator">
    <vt:lpwstr>Napkin AI</vt:lpwstr>
  </property>
  <property fmtid="{D5CDD505-2E9C-101B-9397-08002B2CF9AE}" pid="4" name="NapkinAIOriginVersion">
    <vt:lpwstr>napkin-ai-origin-v1</vt:lpwstr>
  </property>
</Properties>
</file>